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86" r:id="rId7"/>
    <p:sldId id="313" r:id="rId8"/>
    <p:sldId id="302" r:id="rId9"/>
    <p:sldId id="297" r:id="rId10"/>
    <p:sldId id="303" r:id="rId11"/>
    <p:sldId id="298" r:id="rId12"/>
    <p:sldId id="304" r:id="rId13"/>
    <p:sldId id="289" r:id="rId14"/>
    <p:sldId id="305" r:id="rId15"/>
    <p:sldId id="314" r:id="rId16"/>
    <p:sldId id="315" r:id="rId17"/>
    <p:sldId id="316" r:id="rId18"/>
    <p:sldId id="292" r:id="rId19"/>
    <p:sldId id="295" r:id="rId20"/>
    <p:sldId id="309" r:id="rId21"/>
    <p:sldId id="311" r:id="rId22"/>
    <p:sldId id="294" r:id="rId23"/>
    <p:sldId id="31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82595-33AF-32C3-ECAA-F67E49545FDF}" v="401" dt="2026-03-19T02:00:20.502"/>
    <p1510:client id="{E4512404-CE65-80FE-69E2-EC8C12126E62}" v="42" dt="2026-03-19T10:44:13.483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829433F-AFFD-505A-2720-490F7835E4E7}"/>
    <pc:docChg chg="modSld">
      <pc:chgData name="" userId="" providerId="" clId="Web-{3829433F-AFFD-505A-2720-490F7835E4E7}" dt="2026-03-16T17:13:54" v="3" actId="20577"/>
      <pc:docMkLst>
        <pc:docMk/>
      </pc:docMkLst>
      <pc:sldChg chg="modSp">
        <pc:chgData name="" userId="" providerId="" clId="Web-{3829433F-AFFD-505A-2720-490F7835E4E7}" dt="2026-03-16T17:13:54" v="3" actId="20577"/>
        <pc:sldMkLst>
          <pc:docMk/>
          <pc:sldMk cId="2259308896" sldId="256"/>
        </pc:sldMkLst>
        <pc:spChg chg="mod">
          <ac:chgData name="" userId="" providerId="" clId="Web-{3829433F-AFFD-505A-2720-490F7835E4E7}" dt="2026-03-16T17:13:54" v="3" actId="20577"/>
          <ac:spMkLst>
            <pc:docMk/>
            <pc:sldMk cId="2259308896" sldId="256"/>
            <ac:spMk id="2" creationId="{51DF3D98-3C30-4CFC-8643-C81E829C8C25}"/>
          </ac:spMkLst>
        </pc:spChg>
      </pc:sldChg>
    </pc:docChg>
  </pc:docChgLst>
  <pc:docChgLst>
    <pc:chgData name="Salamtabrizi, Zahra" userId="S::zsalamtabrizi3@gatech.edu::a053c6d7-4ef7-4f97-8c0a-531e3a2ca7b3" providerId="AD" clId="Web-{3DC82595-33AF-32C3-ECAA-F67E49545FDF}"/>
    <pc:docChg chg="modSld">
      <pc:chgData name="Salamtabrizi, Zahra" userId="S::zsalamtabrizi3@gatech.edu::a053c6d7-4ef7-4f97-8c0a-531e3a2ca7b3" providerId="AD" clId="Web-{3DC82595-33AF-32C3-ECAA-F67E49545FDF}" dt="2026-03-19T02:00:20.502" v="378"/>
      <pc:docMkLst>
        <pc:docMk/>
      </pc:docMkLst>
      <pc:sldChg chg="modSp">
        <pc:chgData name="Salamtabrizi, Zahra" userId="S::zsalamtabrizi3@gatech.edu::a053c6d7-4ef7-4f97-8c0a-531e3a2ca7b3" providerId="AD" clId="Web-{3DC82595-33AF-32C3-ECAA-F67E49545FDF}" dt="2026-03-19T01:49:38.939" v="17" actId="20577"/>
        <pc:sldMkLst>
          <pc:docMk/>
          <pc:sldMk cId="1645435837" sldId="297"/>
        </pc:sldMkLst>
        <pc:spChg chg="mod">
          <ac:chgData name="Salamtabrizi, Zahra" userId="S::zsalamtabrizi3@gatech.edu::a053c6d7-4ef7-4f97-8c0a-531e3a2ca7b3" providerId="AD" clId="Web-{3DC82595-33AF-32C3-ECAA-F67E49545FDF}" dt="2026-03-19T01:49:38.939" v="17" actId="20577"/>
          <ac:spMkLst>
            <pc:docMk/>
            <pc:sldMk cId="1645435837" sldId="297"/>
            <ac:spMk id="14" creationId="{A0F3D1B3-ECBD-CDD6-60CF-7A74495E8D84}"/>
          </ac:spMkLst>
        </pc:spChg>
      </pc:sldChg>
      <pc:sldChg chg="addSp delSp modSp">
        <pc:chgData name="Salamtabrizi, Zahra" userId="S::zsalamtabrizi3@gatech.edu::a053c6d7-4ef7-4f97-8c0a-531e3a2ca7b3" providerId="AD" clId="Web-{3DC82595-33AF-32C3-ECAA-F67E49545FDF}" dt="2026-03-19T02:00:20.502" v="378"/>
        <pc:sldMkLst>
          <pc:docMk/>
          <pc:sldMk cId="2921756580" sldId="303"/>
        </pc:sldMkLst>
        <pc:spChg chg="mod">
          <ac:chgData name="Salamtabrizi, Zahra" userId="S::zsalamtabrizi3@gatech.edu::a053c6d7-4ef7-4f97-8c0a-531e3a2ca7b3" providerId="AD" clId="Web-{3DC82595-33AF-32C3-ECAA-F67E49545FDF}" dt="2026-03-19T01:50:04.050" v="20" actId="1076"/>
          <ac:spMkLst>
            <pc:docMk/>
            <pc:sldMk cId="2921756580" sldId="303"/>
            <ac:spMk id="11" creationId="{40D72C5A-105F-126B-23A1-00D9BADD4F1D}"/>
          </ac:spMkLst>
        </pc:spChg>
        <pc:spChg chg="mod">
          <ac:chgData name="Salamtabrizi, Zahra" userId="S::zsalamtabrizi3@gatech.edu::a053c6d7-4ef7-4f97-8c0a-531e3a2ca7b3" providerId="AD" clId="Web-{3DC82595-33AF-32C3-ECAA-F67E49545FDF}" dt="2026-03-19T01:51:01.428" v="36" actId="20577"/>
          <ac:spMkLst>
            <pc:docMk/>
            <pc:sldMk cId="2921756580" sldId="303"/>
            <ac:spMk id="13" creationId="{3B59E5BC-6154-02B1-4B33-9F49D95F4912}"/>
          </ac:spMkLst>
        </pc:spChg>
        <pc:spChg chg="del mod">
          <ac:chgData name="Salamtabrizi, Zahra" userId="S::zsalamtabrizi3@gatech.edu::a053c6d7-4ef7-4f97-8c0a-531e3a2ca7b3" providerId="AD" clId="Web-{3DC82595-33AF-32C3-ECAA-F67E49545FDF}" dt="2026-03-19T01:50:20.488" v="25"/>
          <ac:spMkLst>
            <pc:docMk/>
            <pc:sldMk cId="2921756580" sldId="303"/>
            <ac:spMk id="16" creationId="{181A90C2-3E64-E3B8-E9AD-BB3F9623EBEB}"/>
          </ac:spMkLst>
        </pc:spChg>
        <pc:graphicFrameChg chg="add del mod">
          <ac:chgData name="Salamtabrizi, Zahra" userId="S::zsalamtabrizi3@gatech.edu::a053c6d7-4ef7-4f97-8c0a-531e3a2ca7b3" providerId="AD" clId="Web-{3DC82595-33AF-32C3-ECAA-F67E49545FDF}" dt="2026-03-19T01:55:07.689" v="97"/>
          <ac:graphicFrameMkLst>
            <pc:docMk/>
            <pc:sldMk cId="2921756580" sldId="303"/>
            <ac:graphicFrameMk id="3" creationId="{E37E0841-187C-525B-6A27-10234651DA58}"/>
          </ac:graphicFrameMkLst>
        </pc:graphicFrameChg>
        <pc:graphicFrameChg chg="mod modGraphic">
          <ac:chgData name="Salamtabrizi, Zahra" userId="S::zsalamtabrizi3@gatech.edu::a053c6d7-4ef7-4f97-8c0a-531e3a2ca7b3" providerId="AD" clId="Web-{3DC82595-33AF-32C3-ECAA-F67E49545FDF}" dt="2026-03-19T02:00:20.502" v="378"/>
          <ac:graphicFrameMkLst>
            <pc:docMk/>
            <pc:sldMk cId="2921756580" sldId="303"/>
            <ac:graphicFrameMk id="4" creationId="{0DD367C9-4D30-1B7E-B2C0-E395342082B2}"/>
          </ac:graphicFrameMkLst>
        </pc:graphicFrameChg>
        <pc:picChg chg="del">
          <ac:chgData name="Salamtabrizi, Zahra" userId="S::zsalamtabrizi3@gatech.edu::a053c6d7-4ef7-4f97-8c0a-531e3a2ca7b3" providerId="AD" clId="Web-{3DC82595-33AF-32C3-ECAA-F67E49545FDF}" dt="2026-03-19T01:50:22.770" v="26"/>
          <ac:picMkLst>
            <pc:docMk/>
            <pc:sldMk cId="2921756580" sldId="303"/>
            <ac:picMk id="8" creationId="{8CB2479D-852B-AA8C-AC88-592B4B732882}"/>
          </ac:picMkLst>
        </pc:picChg>
        <pc:picChg chg="del">
          <ac:chgData name="Salamtabrizi, Zahra" userId="S::zsalamtabrizi3@gatech.edu::a053c6d7-4ef7-4f97-8c0a-531e3a2ca7b3" providerId="AD" clId="Web-{3DC82595-33AF-32C3-ECAA-F67E49545FDF}" dt="2026-03-19T01:50:24.020" v="27"/>
          <ac:picMkLst>
            <pc:docMk/>
            <pc:sldMk cId="2921756580" sldId="303"/>
            <ac:picMk id="9" creationId="{A87846CD-2C2E-3D17-3D8C-DA0A66FB99AB}"/>
          </ac:picMkLst>
        </pc:picChg>
        <pc:picChg chg="del">
          <ac:chgData name="Salamtabrizi, Zahra" userId="S::zsalamtabrizi3@gatech.edu::a053c6d7-4ef7-4f97-8c0a-531e3a2ca7b3" providerId="AD" clId="Web-{3DC82595-33AF-32C3-ECAA-F67E49545FDF}" dt="2026-03-19T01:50:24.973" v="28"/>
          <ac:picMkLst>
            <pc:docMk/>
            <pc:sldMk cId="2921756580" sldId="303"/>
            <ac:picMk id="10" creationId="{D33EBEAA-E186-9EFF-60E5-13BB0238BCB5}"/>
          </ac:picMkLst>
        </pc:picChg>
        <pc:cxnChg chg="mod">
          <ac:chgData name="Salamtabrizi, Zahra" userId="S::zsalamtabrizi3@gatech.edu::a053c6d7-4ef7-4f97-8c0a-531e3a2ca7b3" providerId="AD" clId="Web-{3DC82595-33AF-32C3-ECAA-F67E49545FDF}" dt="2026-03-19T01:59:49.016" v="368" actId="14100"/>
          <ac:cxnSpMkLst>
            <pc:docMk/>
            <pc:sldMk cId="2921756580" sldId="303"/>
            <ac:cxnSpMk id="6" creationId="{BAA3AF0B-79F5-A1EB-6E75-7A3E5B83450E}"/>
          </ac:cxnSpMkLst>
        </pc:cxnChg>
        <pc:cxnChg chg="mod">
          <ac:chgData name="Salamtabrizi, Zahra" userId="S::zsalamtabrizi3@gatech.edu::a053c6d7-4ef7-4f97-8c0a-531e3a2ca7b3" providerId="AD" clId="Web-{3DC82595-33AF-32C3-ECAA-F67E49545FDF}" dt="2026-03-19T01:59:56.126" v="370" actId="1076"/>
          <ac:cxnSpMkLst>
            <pc:docMk/>
            <pc:sldMk cId="2921756580" sldId="303"/>
            <ac:cxnSpMk id="7" creationId="{65C005C9-9E2B-882A-487E-A5165081AE51}"/>
          </ac:cxnSpMkLst>
        </pc:cxnChg>
        <pc:cxnChg chg="del">
          <ac:chgData name="Salamtabrizi, Zahra" userId="S::zsalamtabrizi3@gatech.edu::a053c6d7-4ef7-4f97-8c0a-531e3a2ca7b3" providerId="AD" clId="Web-{3DC82595-33AF-32C3-ECAA-F67E49545FDF}" dt="2026-03-19T01:57:10.884" v="203"/>
          <ac:cxnSpMkLst>
            <pc:docMk/>
            <pc:sldMk cId="2921756580" sldId="303"/>
            <ac:cxnSpMk id="15" creationId="{E6C2A60F-ED8B-6056-213C-9A11A790C002}"/>
          </ac:cxnSpMkLst>
        </pc:cxnChg>
      </pc:sldChg>
    </pc:docChg>
  </pc:docChgLst>
  <pc:docChgLst>
    <pc:chgData name="Sinha, Aditi" userId="S::asinha403@gatech.edu::e2d6d89e-4343-439a-8d76-694628a53bfe" providerId="AD" clId="Web-{3829433F-AFFD-505A-2720-490F7835E4E7}"/>
    <pc:docChg chg="modSld">
      <pc:chgData name="Sinha, Aditi" userId="S::asinha403@gatech.edu::e2d6d89e-4343-439a-8d76-694628a53bfe" providerId="AD" clId="Web-{3829433F-AFFD-505A-2720-490F7835E4E7}" dt="2026-03-16T17:57:20.198" v="432"/>
      <pc:docMkLst>
        <pc:docMk/>
      </pc:docMkLst>
      <pc:sldChg chg="addSp delSp modSp">
        <pc:chgData name="Sinha, Aditi" userId="S::asinha403@gatech.edu::e2d6d89e-4343-439a-8d76-694628a53bfe" providerId="AD" clId="Web-{3829433F-AFFD-505A-2720-490F7835E4E7}" dt="2026-03-16T17:33:34.692" v="55" actId="1076"/>
        <pc:sldMkLst>
          <pc:docMk/>
          <pc:sldMk cId="3662677160" sldId="286"/>
        </pc:sldMkLst>
        <pc:spChg chg="mod">
          <ac:chgData name="Sinha, Aditi" userId="S::asinha403@gatech.edu::e2d6d89e-4343-439a-8d76-694628a53bfe" providerId="AD" clId="Web-{3829433F-AFFD-505A-2720-490F7835E4E7}" dt="2026-03-16T17:33:34.661" v="53" actId="1076"/>
          <ac:spMkLst>
            <pc:docMk/>
            <pc:sldMk cId="3662677160" sldId="286"/>
            <ac:spMk id="2" creationId="{6F148DD4-4828-CE87-0C5C-42BE175E8DA5}"/>
          </ac:spMkLst>
        </pc:spChg>
        <pc:spChg chg="mod">
          <ac:chgData name="Sinha, Aditi" userId="S::asinha403@gatech.edu::e2d6d89e-4343-439a-8d76-694628a53bfe" providerId="AD" clId="Web-{3829433F-AFFD-505A-2720-490F7835E4E7}" dt="2026-03-16T17:33:34.676" v="54" actId="1076"/>
          <ac:spMkLst>
            <pc:docMk/>
            <pc:sldMk cId="3662677160" sldId="286"/>
            <ac:spMk id="3" creationId="{400307EE-0C8B-12DA-1C0D-7D295DDAB7D9}"/>
          </ac:spMkLst>
        </pc:spChg>
        <pc:graphicFrameChg chg="add mod modGraphic">
          <ac:chgData name="Sinha, Aditi" userId="S::asinha403@gatech.edu::e2d6d89e-4343-439a-8d76-694628a53bfe" providerId="AD" clId="Web-{3829433F-AFFD-505A-2720-490F7835E4E7}" dt="2026-03-16T17:33:34.692" v="55" actId="1076"/>
          <ac:graphicFrameMkLst>
            <pc:docMk/>
            <pc:sldMk cId="3662677160" sldId="286"/>
            <ac:graphicFrameMk id="4" creationId="{B667D161-C022-36FD-C87F-56C156ABFCB9}"/>
          </ac:graphicFrameMkLst>
        </pc:graphicFrameChg>
      </pc:sldChg>
      <pc:sldChg chg="modSp">
        <pc:chgData name="Sinha, Aditi" userId="S::asinha403@gatech.edu::e2d6d89e-4343-439a-8d76-694628a53bfe" providerId="AD" clId="Web-{3829433F-AFFD-505A-2720-490F7835E4E7}" dt="2026-03-16T17:35:37.818" v="103" actId="1076"/>
        <pc:sldMkLst>
          <pc:docMk/>
          <pc:sldMk cId="779750606" sldId="288"/>
        </pc:sldMkLst>
        <pc:spChg chg="mod">
          <ac:chgData name="Sinha, Aditi" userId="S::asinha403@gatech.edu::e2d6d89e-4343-439a-8d76-694628a53bfe" providerId="AD" clId="Web-{3829433F-AFFD-505A-2720-490F7835E4E7}" dt="2026-03-16T17:35:18.490" v="100" actId="1076"/>
          <ac:spMkLst>
            <pc:docMk/>
            <pc:sldMk cId="779750606" sldId="288"/>
            <ac:spMk id="2" creationId="{E3CEE190-899A-46D2-989D-C4BC6A46F946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80" v="90" actId="1076"/>
          <ac:spMkLst>
            <pc:docMk/>
            <pc:sldMk cId="779750606" sldId="288"/>
            <ac:spMk id="3" creationId="{4DF3200C-DA07-50EF-12C7-ED1072431DB1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80" v="91" actId="1076"/>
          <ac:spMkLst>
            <pc:docMk/>
            <pc:sldMk cId="779750606" sldId="288"/>
            <ac:spMk id="4" creationId="{D12CAA73-7F17-0693-284E-9E4C660E8BC8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18" v="84" actId="1076"/>
          <ac:spMkLst>
            <pc:docMk/>
            <pc:sldMk cId="779750606" sldId="288"/>
            <ac:spMk id="6" creationId="{FE600DEC-BCA3-CF68-722F-8A3342989EF3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33" v="85" actId="1076"/>
          <ac:spMkLst>
            <pc:docMk/>
            <pc:sldMk cId="779750606" sldId="288"/>
            <ac:spMk id="7" creationId="{B872EA8C-DDC3-3B86-657F-7F9767E14BA9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33" v="86" actId="1076"/>
          <ac:spMkLst>
            <pc:docMk/>
            <pc:sldMk cId="779750606" sldId="288"/>
            <ac:spMk id="8" creationId="{9D1A681E-DE16-EFE2-E20C-D1CC1F44B46F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49" v="87" actId="1076"/>
          <ac:spMkLst>
            <pc:docMk/>
            <pc:sldMk cId="779750606" sldId="288"/>
            <ac:spMk id="9" creationId="{64617AEB-BD93-035D-A8C1-570E27EDED67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65" v="88" actId="1076"/>
          <ac:spMkLst>
            <pc:docMk/>
            <pc:sldMk cId="779750606" sldId="288"/>
            <ac:spMk id="10" creationId="{56EDBEB5-FC14-7157-E86C-AF6B7A40AE23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65" v="89" actId="1076"/>
          <ac:spMkLst>
            <pc:docMk/>
            <pc:sldMk cId="779750606" sldId="288"/>
            <ac:spMk id="11" creationId="{23A17930-5B65-76CD-2F87-0959D63DBD79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96" v="92" actId="1076"/>
          <ac:spMkLst>
            <pc:docMk/>
            <pc:sldMk cId="779750606" sldId="288"/>
            <ac:spMk id="12" creationId="{9E44BE34-60AA-183E-BEB8-228E34F842C2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896" v="93" actId="1076"/>
          <ac:spMkLst>
            <pc:docMk/>
            <pc:sldMk cId="779750606" sldId="288"/>
            <ac:spMk id="13" creationId="{FB85B283-C457-7911-C4A7-1793C1D97BDC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912" v="94" actId="1076"/>
          <ac:spMkLst>
            <pc:docMk/>
            <pc:sldMk cId="779750606" sldId="288"/>
            <ac:spMk id="14" creationId="{35882735-2A16-8C7A-6775-E478B84E643A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912" v="95" actId="1076"/>
          <ac:spMkLst>
            <pc:docMk/>
            <pc:sldMk cId="779750606" sldId="288"/>
            <ac:spMk id="17" creationId="{50C407F8-FB8C-9EB5-354E-D26DA2E5569E}"/>
          </ac:spMkLst>
        </pc:spChg>
        <pc:spChg chg="mod">
          <ac:chgData name="Sinha, Aditi" userId="S::asinha403@gatech.edu::e2d6d89e-4343-439a-8d76-694628a53bfe" providerId="AD" clId="Web-{3829433F-AFFD-505A-2720-490F7835E4E7}" dt="2026-03-16T17:35:13.927" v="96" actId="1076"/>
          <ac:spMkLst>
            <pc:docMk/>
            <pc:sldMk cId="779750606" sldId="288"/>
            <ac:spMk id="30" creationId="{BDB4FAC6-A555-6413-580B-5F71C8356141}"/>
          </ac:spMkLst>
        </pc:spChg>
        <pc:spChg chg="mod">
          <ac:chgData name="Sinha, Aditi" userId="S::asinha403@gatech.edu::e2d6d89e-4343-439a-8d76-694628a53bfe" providerId="AD" clId="Web-{3829433F-AFFD-505A-2720-490F7835E4E7}" dt="2026-03-16T17:35:37.802" v="101" actId="1076"/>
          <ac:spMkLst>
            <pc:docMk/>
            <pc:sldMk cId="779750606" sldId="288"/>
            <ac:spMk id="31" creationId="{2B2E21AD-D0DD-CD75-6617-F3BD7CD5EEA6}"/>
          </ac:spMkLst>
        </pc:spChg>
        <pc:spChg chg="mod">
          <ac:chgData name="Sinha, Aditi" userId="S::asinha403@gatech.edu::e2d6d89e-4343-439a-8d76-694628a53bfe" providerId="AD" clId="Web-{3829433F-AFFD-505A-2720-490F7835E4E7}" dt="2026-03-16T17:35:37.802" v="102" actId="1076"/>
          <ac:spMkLst>
            <pc:docMk/>
            <pc:sldMk cId="779750606" sldId="288"/>
            <ac:spMk id="32" creationId="{D42BF32E-971D-D33C-9368-B6D919B2B874}"/>
          </ac:spMkLst>
        </pc:spChg>
        <pc:spChg chg="mod">
          <ac:chgData name="Sinha, Aditi" userId="S::asinha403@gatech.edu::e2d6d89e-4343-439a-8d76-694628a53bfe" providerId="AD" clId="Web-{3829433F-AFFD-505A-2720-490F7835E4E7}" dt="2026-03-16T17:35:37.818" v="103" actId="1076"/>
          <ac:spMkLst>
            <pc:docMk/>
            <pc:sldMk cId="779750606" sldId="288"/>
            <ac:spMk id="33" creationId="{E5134720-6E57-1D77-13B4-F64D3295004B}"/>
          </ac:spMkLst>
        </pc:spChg>
      </pc:sldChg>
      <pc:sldChg chg="modSp">
        <pc:chgData name="Sinha, Aditi" userId="S::asinha403@gatech.edu::e2d6d89e-4343-439a-8d76-694628a53bfe" providerId="AD" clId="Web-{3829433F-AFFD-505A-2720-490F7835E4E7}" dt="2026-03-16T17:35:46.318" v="104" actId="1076"/>
        <pc:sldMkLst>
          <pc:docMk/>
          <pc:sldMk cId="41581766" sldId="302"/>
        </pc:sldMkLst>
        <pc:spChg chg="mod">
          <ac:chgData name="Sinha, Aditi" userId="S::asinha403@gatech.edu::e2d6d89e-4343-439a-8d76-694628a53bfe" providerId="AD" clId="Web-{3829433F-AFFD-505A-2720-490F7835E4E7}" dt="2026-03-16T17:35:46.318" v="104" actId="1076"/>
          <ac:spMkLst>
            <pc:docMk/>
            <pc:sldMk cId="41581766" sldId="302"/>
            <ac:spMk id="6" creationId="{BAA6B87A-B9FF-9948-63CE-311FDB68E64F}"/>
          </ac:spMkLst>
        </pc:spChg>
      </pc:sldChg>
      <pc:sldChg chg="delSp modSp">
        <pc:chgData name="Sinha, Aditi" userId="S::asinha403@gatech.edu::e2d6d89e-4343-439a-8d76-694628a53bfe" providerId="AD" clId="Web-{3829433F-AFFD-505A-2720-490F7835E4E7}" dt="2026-03-16T17:48:32.805" v="291" actId="14100"/>
        <pc:sldMkLst>
          <pc:docMk/>
          <pc:sldMk cId="149702832" sldId="306"/>
        </pc:sldMkLst>
        <pc:spChg chg="mod">
          <ac:chgData name="Sinha, Aditi" userId="S::asinha403@gatech.edu::e2d6d89e-4343-439a-8d76-694628a53bfe" providerId="AD" clId="Web-{3829433F-AFFD-505A-2720-490F7835E4E7}" dt="2026-03-16T17:43:59.976" v="243" actId="20577"/>
          <ac:spMkLst>
            <pc:docMk/>
            <pc:sldMk cId="149702832" sldId="306"/>
            <ac:spMk id="2" creationId="{4C813DE1-4A33-D46F-8ED5-332E0D35EDC1}"/>
          </ac:spMkLst>
        </pc:spChg>
        <pc:spChg chg="mod">
          <ac:chgData name="Sinha, Aditi" userId="S::asinha403@gatech.edu::e2d6d89e-4343-439a-8d76-694628a53bfe" providerId="AD" clId="Web-{3829433F-AFFD-505A-2720-490F7835E4E7}" dt="2026-03-16T17:48:27.836" v="290" actId="20577"/>
          <ac:spMkLst>
            <pc:docMk/>
            <pc:sldMk cId="149702832" sldId="306"/>
            <ac:spMk id="9" creationId="{623BB8AD-DE7D-DFEF-38BB-6E042CE5F5E2}"/>
          </ac:spMkLst>
        </pc:spChg>
        <pc:spChg chg="mod">
          <ac:chgData name="Sinha, Aditi" userId="S::asinha403@gatech.edu::e2d6d89e-4343-439a-8d76-694628a53bfe" providerId="AD" clId="Web-{3829433F-AFFD-505A-2720-490F7835E4E7}" dt="2026-03-16T17:48:32.805" v="291" actId="14100"/>
          <ac:spMkLst>
            <pc:docMk/>
            <pc:sldMk cId="149702832" sldId="306"/>
            <ac:spMk id="10" creationId="{FA1F0732-D684-E894-A3D1-3518BF8B0958}"/>
          </ac:spMkLst>
        </pc:spChg>
        <pc:graphicFrameChg chg="mod modGraphic">
          <ac:chgData name="Sinha, Aditi" userId="S::asinha403@gatech.edu::e2d6d89e-4343-439a-8d76-694628a53bfe" providerId="AD" clId="Web-{3829433F-AFFD-505A-2720-490F7835E4E7}" dt="2026-03-16T17:43:06.882" v="234" actId="1076"/>
          <ac:graphicFrameMkLst>
            <pc:docMk/>
            <pc:sldMk cId="149702832" sldId="306"/>
            <ac:graphicFrameMk id="4" creationId="{E85EFA4D-B4AA-2798-569A-77BF9E9AC154}"/>
          </ac:graphicFrameMkLst>
        </pc:graphicFrameChg>
      </pc:sldChg>
      <pc:sldChg chg="addSp modSp">
        <pc:chgData name="Sinha, Aditi" userId="S::asinha403@gatech.edu::e2d6d89e-4343-439a-8d76-694628a53bfe" providerId="AD" clId="Web-{3829433F-AFFD-505A-2720-490F7835E4E7}" dt="2026-03-16T17:57:20.198" v="432"/>
        <pc:sldMkLst>
          <pc:docMk/>
          <pc:sldMk cId="1086626520" sldId="307"/>
        </pc:sldMkLst>
        <pc:spChg chg="mod">
          <ac:chgData name="Sinha, Aditi" userId="S::asinha403@gatech.edu::e2d6d89e-4343-439a-8d76-694628a53bfe" providerId="AD" clId="Web-{3829433F-AFFD-505A-2720-490F7835E4E7}" dt="2026-03-16T17:55:06.182" v="393" actId="14100"/>
          <ac:spMkLst>
            <pc:docMk/>
            <pc:sldMk cId="1086626520" sldId="307"/>
            <ac:spMk id="2" creationId="{AC4FD825-88D6-F5EC-1785-24CB69618418}"/>
          </ac:spMkLst>
        </pc:spChg>
        <pc:spChg chg="add mod">
          <ac:chgData name="Sinha, Aditi" userId="S::asinha403@gatech.edu::e2d6d89e-4343-439a-8d76-694628a53bfe" providerId="AD" clId="Web-{3829433F-AFFD-505A-2720-490F7835E4E7}" dt="2026-03-16T17:55:06.182" v="391" actId="14100"/>
          <ac:spMkLst>
            <pc:docMk/>
            <pc:sldMk cId="1086626520" sldId="307"/>
            <ac:spMk id="3" creationId="{CF5D4CF9-8AE6-1582-A148-857961B3B2D1}"/>
          </ac:spMkLst>
        </pc:spChg>
        <pc:spChg chg="add mod">
          <ac:chgData name="Sinha, Aditi" userId="S::asinha403@gatech.edu::e2d6d89e-4343-439a-8d76-694628a53bfe" providerId="AD" clId="Web-{3829433F-AFFD-505A-2720-490F7835E4E7}" dt="2026-03-16T17:55:06.182" v="390" actId="14100"/>
          <ac:spMkLst>
            <pc:docMk/>
            <pc:sldMk cId="1086626520" sldId="307"/>
            <ac:spMk id="4" creationId="{9FFE813C-1CC6-3539-2B3E-2CE757FB32FF}"/>
          </ac:spMkLst>
        </pc:spChg>
        <pc:spChg chg="add mod">
          <ac:chgData name="Sinha, Aditi" userId="S::asinha403@gatech.edu::e2d6d89e-4343-439a-8d76-694628a53bfe" providerId="AD" clId="Web-{3829433F-AFFD-505A-2720-490F7835E4E7}" dt="2026-03-16T17:55:06.182" v="389" actId="14100"/>
          <ac:spMkLst>
            <pc:docMk/>
            <pc:sldMk cId="1086626520" sldId="307"/>
            <ac:spMk id="5" creationId="{736A44D1-52EC-2EA6-DAF7-8CA8D21B891F}"/>
          </ac:spMkLst>
        </pc:spChg>
        <pc:spChg chg="mod">
          <ac:chgData name="Sinha, Aditi" userId="S::asinha403@gatech.edu::e2d6d89e-4343-439a-8d76-694628a53bfe" providerId="AD" clId="Web-{3829433F-AFFD-505A-2720-490F7835E4E7}" dt="2026-03-16T17:55:40.245" v="416" actId="14100"/>
          <ac:spMkLst>
            <pc:docMk/>
            <pc:sldMk cId="1086626520" sldId="307"/>
            <ac:spMk id="6" creationId="{822B09E2-5F2C-40BE-DC4A-DBC0DFE238CA}"/>
          </ac:spMkLst>
        </pc:spChg>
        <pc:spChg chg="add mod">
          <ac:chgData name="Sinha, Aditi" userId="S::asinha403@gatech.edu::e2d6d89e-4343-439a-8d76-694628a53bfe" providerId="AD" clId="Web-{3829433F-AFFD-505A-2720-490F7835E4E7}" dt="2026-03-16T17:55:06.182" v="388" actId="14100"/>
          <ac:spMkLst>
            <pc:docMk/>
            <pc:sldMk cId="1086626520" sldId="307"/>
            <ac:spMk id="7" creationId="{59A78ACE-DB3A-FFBE-4ED3-1736D08D4519}"/>
          </ac:spMkLst>
        </pc:spChg>
        <pc:spChg chg="mod">
          <ac:chgData name="Sinha, Aditi" userId="S::asinha403@gatech.edu::e2d6d89e-4343-439a-8d76-694628a53bfe" providerId="AD" clId="Web-{3829433F-AFFD-505A-2720-490F7835E4E7}" dt="2026-03-16T17:56:17.276" v="421" actId="1076"/>
          <ac:spMkLst>
            <pc:docMk/>
            <pc:sldMk cId="1086626520" sldId="307"/>
            <ac:spMk id="10" creationId="{773EFCE9-C090-7395-C515-E45DB7A7C1BA}"/>
          </ac:spMkLst>
        </pc:spChg>
        <pc:spChg chg="mod">
          <ac:chgData name="Sinha, Aditi" userId="S::asinha403@gatech.edu::e2d6d89e-4343-439a-8d76-694628a53bfe" providerId="AD" clId="Web-{3829433F-AFFD-505A-2720-490F7835E4E7}" dt="2026-03-16T17:57:02.276" v="429" actId="14100"/>
          <ac:spMkLst>
            <pc:docMk/>
            <pc:sldMk cId="1086626520" sldId="307"/>
            <ac:spMk id="11" creationId="{B142851A-485B-FE9A-8845-67185723AC67}"/>
          </ac:spMkLst>
        </pc:spChg>
        <pc:graphicFrameChg chg="mod modGraphic">
          <ac:chgData name="Sinha, Aditi" userId="S::asinha403@gatech.edu::e2d6d89e-4343-439a-8d76-694628a53bfe" providerId="AD" clId="Web-{3829433F-AFFD-505A-2720-490F7835E4E7}" dt="2026-03-16T17:55:31.198" v="415"/>
          <ac:graphicFrameMkLst>
            <pc:docMk/>
            <pc:sldMk cId="1086626520" sldId="307"/>
            <ac:graphicFrameMk id="12" creationId="{EC52E1AE-49CC-2BE7-E8D6-3A90C59A39B3}"/>
          </ac:graphicFrameMkLst>
        </pc:graphicFrameChg>
        <pc:picChg chg="mod modCrop">
          <ac:chgData name="Sinha, Aditi" userId="S::asinha403@gatech.edu::e2d6d89e-4343-439a-8d76-694628a53bfe" providerId="AD" clId="Web-{3829433F-AFFD-505A-2720-490F7835E4E7}" dt="2026-03-16T17:56:09.792" v="420" actId="1076"/>
          <ac:picMkLst>
            <pc:docMk/>
            <pc:sldMk cId="1086626520" sldId="307"/>
            <ac:picMk id="8" creationId="{425445D9-C71A-72E4-E84D-1EA1362B27DF}"/>
          </ac:picMkLst>
        </pc:picChg>
        <pc:picChg chg="mod modCrop">
          <ac:chgData name="Sinha, Aditi" userId="S::asinha403@gatech.edu::e2d6d89e-4343-439a-8d76-694628a53bfe" providerId="AD" clId="Web-{3829433F-AFFD-505A-2720-490F7835E4E7}" dt="2026-03-16T17:57:20.198" v="432"/>
          <ac:picMkLst>
            <pc:docMk/>
            <pc:sldMk cId="1086626520" sldId="307"/>
            <ac:picMk id="9" creationId="{4703BDE2-F7AE-BAC0-92E9-52DEDA1C5DD8}"/>
          </ac:picMkLst>
        </pc:picChg>
      </pc:sldChg>
    </pc:docChg>
  </pc:docChgLst>
  <pc:docChgLst>
    <pc:chgData name="Sinha, Aditi" userId="S::asinha403@gatech.edu::e2d6d89e-4343-439a-8d76-694628a53bfe" providerId="AD" clId="Web-{F4D0A02D-E090-0B74-5357-E39AD63D2117}"/>
    <pc:docChg chg="modSld sldOrd">
      <pc:chgData name="Sinha, Aditi" userId="S::asinha403@gatech.edu::e2d6d89e-4343-439a-8d76-694628a53bfe" providerId="AD" clId="Web-{F4D0A02D-E090-0B74-5357-E39AD63D2117}" dt="2026-02-23T23:00:02.989" v="122" actId="14100"/>
      <pc:docMkLst>
        <pc:docMk/>
      </pc:docMkLst>
      <pc:sldChg chg="modSp">
        <pc:chgData name="Sinha, Aditi" userId="S::asinha403@gatech.edu::e2d6d89e-4343-439a-8d76-694628a53bfe" providerId="AD" clId="Web-{F4D0A02D-E090-0B74-5357-E39AD63D2117}" dt="2026-02-23T21:31:55.673" v="5" actId="20577"/>
        <pc:sldMkLst>
          <pc:docMk/>
          <pc:sldMk cId="2259308896" sldId="256"/>
        </pc:sldMkLst>
        <pc:spChg chg="mod">
          <ac:chgData name="Sinha, Aditi" userId="S::asinha403@gatech.edu::e2d6d89e-4343-439a-8d76-694628a53bfe" providerId="AD" clId="Web-{F4D0A02D-E090-0B74-5357-E39AD63D2117}" dt="2026-02-23T21:31:55.673" v="5" actId="20577"/>
          <ac:spMkLst>
            <pc:docMk/>
            <pc:sldMk cId="2259308896" sldId="256"/>
            <ac:spMk id="3" creationId="{FA936197-5C1D-8737-EF90-0C0AA3B93914}"/>
          </ac:spMkLst>
        </pc:spChg>
      </pc:sldChg>
      <pc:sldChg chg="addSp modSp ord">
        <pc:chgData name="Sinha, Aditi" userId="S::asinha403@gatech.edu::e2d6d89e-4343-439a-8d76-694628a53bfe" providerId="AD" clId="Web-{F4D0A02D-E090-0B74-5357-E39AD63D2117}" dt="2026-02-23T23:00:02.989" v="122" actId="14100"/>
        <pc:sldMkLst>
          <pc:docMk/>
          <pc:sldMk cId="149702832" sldId="306"/>
        </pc:sldMkLst>
        <pc:spChg chg="mod">
          <ac:chgData name="Sinha, Aditi" userId="S::asinha403@gatech.edu::e2d6d89e-4343-439a-8d76-694628a53bfe" providerId="AD" clId="Web-{F4D0A02D-E090-0B74-5357-E39AD63D2117}" dt="2026-02-23T22:59:51.895" v="120" actId="1076"/>
          <ac:spMkLst>
            <pc:docMk/>
            <pc:sldMk cId="149702832" sldId="306"/>
            <ac:spMk id="2" creationId="{4C813DE1-4A33-D46F-8ED5-332E0D35EDC1}"/>
          </ac:spMkLst>
        </pc:spChg>
        <pc:spChg chg="mod">
          <ac:chgData name="Sinha, Aditi" userId="S::asinha403@gatech.edu::e2d6d89e-4343-439a-8d76-694628a53bfe" providerId="AD" clId="Web-{F4D0A02D-E090-0B74-5357-E39AD63D2117}" dt="2026-02-23T22:59:45.223" v="117" actId="1076"/>
          <ac:spMkLst>
            <pc:docMk/>
            <pc:sldMk cId="149702832" sldId="306"/>
            <ac:spMk id="9" creationId="{623BB8AD-DE7D-DFEF-38BB-6E042CE5F5E2}"/>
          </ac:spMkLst>
        </pc:spChg>
        <pc:spChg chg="mod">
          <ac:chgData name="Sinha, Aditi" userId="S::asinha403@gatech.edu::e2d6d89e-4343-439a-8d76-694628a53bfe" providerId="AD" clId="Web-{F4D0A02D-E090-0B74-5357-E39AD63D2117}" dt="2026-02-23T22:59:45.192" v="116" actId="1076"/>
          <ac:spMkLst>
            <pc:docMk/>
            <pc:sldMk cId="149702832" sldId="306"/>
            <ac:spMk id="10" creationId="{FA1F0732-D684-E894-A3D1-3518BF8B0958}"/>
          </ac:spMkLst>
        </pc:spChg>
        <pc:graphicFrameChg chg="mod modGraphic">
          <ac:chgData name="Sinha, Aditi" userId="S::asinha403@gatech.edu::e2d6d89e-4343-439a-8d76-694628a53bfe" providerId="AD" clId="Web-{F4D0A02D-E090-0B74-5357-E39AD63D2117}" dt="2026-02-23T22:59:45.176" v="115" actId="1076"/>
          <ac:graphicFrameMkLst>
            <pc:docMk/>
            <pc:sldMk cId="149702832" sldId="306"/>
            <ac:graphicFrameMk id="4" creationId="{E85EFA4D-B4AA-2798-569A-77BF9E9AC154}"/>
          </ac:graphicFrameMkLst>
        </pc:graphicFrameChg>
      </pc:sldChg>
      <pc:sldChg chg="modSp">
        <pc:chgData name="Sinha, Aditi" userId="S::asinha403@gatech.edu::e2d6d89e-4343-439a-8d76-694628a53bfe" providerId="AD" clId="Web-{F4D0A02D-E090-0B74-5357-E39AD63D2117}" dt="2026-02-23T22:48:24.203" v="12"/>
        <pc:sldMkLst>
          <pc:docMk/>
          <pc:sldMk cId="1086626520" sldId="307"/>
        </pc:sldMkLst>
        <pc:graphicFrameChg chg="mod modGraphic">
          <ac:chgData name="Sinha, Aditi" userId="S::asinha403@gatech.edu::e2d6d89e-4343-439a-8d76-694628a53bfe" providerId="AD" clId="Web-{F4D0A02D-E090-0B74-5357-E39AD63D2117}" dt="2026-02-23T22:48:24.203" v="12"/>
          <ac:graphicFrameMkLst>
            <pc:docMk/>
            <pc:sldMk cId="1086626520" sldId="307"/>
            <ac:graphicFrameMk id="12" creationId="{EC52E1AE-49CC-2BE7-E8D6-3A90C59A39B3}"/>
          </ac:graphicFrameMkLst>
        </pc:graphicFrameChg>
      </pc:sldChg>
      <pc:sldChg chg="modSp ord">
        <pc:chgData name="Sinha, Aditi" userId="S::asinha403@gatech.edu::e2d6d89e-4343-439a-8d76-694628a53bfe" providerId="AD" clId="Web-{F4D0A02D-E090-0B74-5357-E39AD63D2117}" dt="2026-02-23T22:45:21.714" v="10"/>
        <pc:sldMkLst>
          <pc:docMk/>
          <pc:sldMk cId="1447044075" sldId="308"/>
        </pc:sldMkLst>
        <pc:graphicFrameChg chg="mod modGraphic">
          <ac:chgData name="Sinha, Aditi" userId="S::asinha403@gatech.edu::e2d6d89e-4343-439a-8d76-694628a53bfe" providerId="AD" clId="Web-{F4D0A02D-E090-0B74-5357-E39AD63D2117}" dt="2026-02-23T22:44:57.869" v="9"/>
          <ac:graphicFrameMkLst>
            <pc:docMk/>
            <pc:sldMk cId="1447044075" sldId="308"/>
            <ac:graphicFrameMk id="7" creationId="{8B150819-BFF6-4576-3ACD-7AAB28221826}"/>
          </ac:graphicFrameMkLst>
        </pc:graphicFrameChg>
      </pc:sldChg>
    </pc:docChg>
  </pc:docChgLst>
  <pc:docChgLst>
    <pc:chgData name="Sinha, Aditi" userId="S::asinha403@gatech.edu::e2d6d89e-4343-439a-8d76-694628a53bfe" providerId="AD" clId="Web-{E4512404-CE65-80FE-69E2-EC8C12126E62}"/>
    <pc:docChg chg="addSld delSld modSld sldOrd">
      <pc:chgData name="Sinha, Aditi" userId="S::asinha403@gatech.edu::e2d6d89e-4343-439a-8d76-694628a53bfe" providerId="AD" clId="Web-{E4512404-CE65-80FE-69E2-EC8C12126E62}" dt="2026-03-19T10:44:13.483" v="37"/>
      <pc:docMkLst>
        <pc:docMk/>
      </pc:docMkLst>
      <pc:sldChg chg="modSp">
        <pc:chgData name="Sinha, Aditi" userId="S::asinha403@gatech.edu::e2d6d89e-4343-439a-8d76-694628a53bfe" providerId="AD" clId="Web-{E4512404-CE65-80FE-69E2-EC8C12126E62}" dt="2026-03-19T10:40:39.275" v="12" actId="20577"/>
        <pc:sldMkLst>
          <pc:docMk/>
          <pc:sldMk cId="1325608595" sldId="257"/>
        </pc:sldMkLst>
        <pc:spChg chg="mod">
          <ac:chgData name="Sinha, Aditi" userId="S::asinha403@gatech.edu::e2d6d89e-4343-439a-8d76-694628a53bfe" providerId="AD" clId="Web-{E4512404-CE65-80FE-69E2-EC8C12126E62}" dt="2026-03-19T10:40:39.275" v="12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modSp del">
        <pc:chgData name="Sinha, Aditi" userId="S::asinha403@gatech.edu::e2d6d89e-4343-439a-8d76-694628a53bfe" providerId="AD" clId="Web-{E4512404-CE65-80FE-69E2-EC8C12126E62}" dt="2026-03-19T10:41:59.355" v="22"/>
        <pc:sldMkLst>
          <pc:docMk/>
          <pc:sldMk cId="779750606" sldId="288"/>
        </pc:sldMkLst>
        <pc:spChg chg="mod">
          <ac:chgData name="Sinha, Aditi" userId="S::asinha403@gatech.edu::e2d6d89e-4343-439a-8d76-694628a53bfe" providerId="AD" clId="Web-{E4512404-CE65-80FE-69E2-EC8C12126E62}" dt="2026-03-19T10:41:29.917" v="18" actId="20577"/>
          <ac:spMkLst>
            <pc:docMk/>
            <pc:sldMk cId="779750606" sldId="288"/>
            <ac:spMk id="7" creationId="{B872EA8C-DDC3-3B86-657F-7F9767E14BA9}"/>
          </ac:spMkLst>
        </pc:spChg>
      </pc:sldChg>
      <pc:sldChg chg="modSp">
        <pc:chgData name="Sinha, Aditi" userId="S::asinha403@gatech.edu::e2d6d89e-4343-439a-8d76-694628a53bfe" providerId="AD" clId="Web-{E4512404-CE65-80FE-69E2-EC8C12126E62}" dt="2026-03-19T10:43:09.497" v="30" actId="20577"/>
        <pc:sldMkLst>
          <pc:docMk/>
          <pc:sldMk cId="2529338794" sldId="289"/>
        </pc:sldMkLst>
        <pc:spChg chg="mod">
          <ac:chgData name="Sinha, Aditi" userId="S::asinha403@gatech.edu::e2d6d89e-4343-439a-8d76-694628a53bfe" providerId="AD" clId="Web-{E4512404-CE65-80FE-69E2-EC8C12126E62}" dt="2026-03-19T10:43:09.497" v="30" actId="20577"/>
          <ac:spMkLst>
            <pc:docMk/>
            <pc:sldMk cId="2529338794" sldId="289"/>
            <ac:spMk id="39" creationId="{39164079-A428-F3E1-14F9-A53ACAEFD177}"/>
          </ac:spMkLst>
        </pc:spChg>
      </pc:sldChg>
      <pc:sldChg chg="modSp">
        <pc:chgData name="Sinha, Aditi" userId="S::asinha403@gatech.edu::e2d6d89e-4343-439a-8d76-694628a53bfe" providerId="AD" clId="Web-{E4512404-CE65-80FE-69E2-EC8C12126E62}" dt="2026-03-19T10:39:45.461" v="5" actId="20577"/>
        <pc:sldMkLst>
          <pc:docMk/>
          <pc:sldMk cId="1104701768" sldId="304"/>
        </pc:sldMkLst>
        <pc:spChg chg="mod">
          <ac:chgData name="Sinha, Aditi" userId="S::asinha403@gatech.edu::e2d6d89e-4343-439a-8d76-694628a53bfe" providerId="AD" clId="Web-{E4512404-CE65-80FE-69E2-EC8C12126E62}" dt="2026-03-19T10:39:45.461" v="5" actId="20577"/>
          <ac:spMkLst>
            <pc:docMk/>
            <pc:sldMk cId="1104701768" sldId="304"/>
            <ac:spMk id="3" creationId="{3D84B86D-1BDA-8022-C4C4-ADB306911836}"/>
          </ac:spMkLst>
        </pc:spChg>
      </pc:sldChg>
      <pc:sldChg chg="del">
        <pc:chgData name="Sinha, Aditi" userId="S::asinha403@gatech.edu::e2d6d89e-4343-439a-8d76-694628a53bfe" providerId="AD" clId="Web-{E4512404-CE65-80FE-69E2-EC8C12126E62}" dt="2026-03-19T10:44:13.483" v="37"/>
        <pc:sldMkLst>
          <pc:docMk/>
          <pc:sldMk cId="149702832" sldId="306"/>
        </pc:sldMkLst>
      </pc:sldChg>
      <pc:sldChg chg="del ord">
        <pc:chgData name="Sinha, Aditi" userId="S::asinha403@gatech.edu::e2d6d89e-4343-439a-8d76-694628a53bfe" providerId="AD" clId="Web-{E4512404-CE65-80FE-69E2-EC8C12126E62}" dt="2026-03-19T10:43:50.420" v="35"/>
        <pc:sldMkLst>
          <pc:docMk/>
          <pc:sldMk cId="1086626520" sldId="307"/>
        </pc:sldMkLst>
      </pc:sldChg>
      <pc:sldChg chg="modSp del">
        <pc:chgData name="Sinha, Aditi" userId="S::asinha403@gatech.edu::e2d6d89e-4343-439a-8d76-694628a53bfe" providerId="AD" clId="Web-{E4512404-CE65-80FE-69E2-EC8C12126E62}" dt="2026-03-19T10:43:33.435" v="33"/>
        <pc:sldMkLst>
          <pc:docMk/>
          <pc:sldMk cId="1447044075" sldId="308"/>
        </pc:sldMkLst>
        <pc:spChg chg="mod">
          <ac:chgData name="Sinha, Aditi" userId="S::asinha403@gatech.edu::e2d6d89e-4343-439a-8d76-694628a53bfe" providerId="AD" clId="Web-{E4512404-CE65-80FE-69E2-EC8C12126E62}" dt="2026-03-19T10:42:43.544" v="24" actId="20577"/>
          <ac:spMkLst>
            <pc:docMk/>
            <pc:sldMk cId="1447044075" sldId="308"/>
            <ac:spMk id="10" creationId="{AC8766D4-FD27-AE0F-65E6-B96B14DFEB1D}"/>
          </ac:spMkLst>
        </pc:spChg>
      </pc:sldChg>
      <pc:sldChg chg="new del">
        <pc:chgData name="Sinha, Aditi" userId="S::asinha403@gatech.edu::e2d6d89e-4343-439a-8d76-694628a53bfe" providerId="AD" clId="Web-{E4512404-CE65-80FE-69E2-EC8C12126E62}" dt="2026-03-19T10:41:55.918" v="21"/>
        <pc:sldMkLst>
          <pc:docMk/>
          <pc:sldMk cId="1572432094" sldId="312"/>
        </pc:sldMkLst>
      </pc:sldChg>
      <pc:sldChg chg="add">
        <pc:chgData name="Sinha, Aditi" userId="S::asinha403@gatech.edu::e2d6d89e-4343-439a-8d76-694628a53bfe" providerId="AD" clId="Web-{E4512404-CE65-80FE-69E2-EC8C12126E62}" dt="2026-03-19T10:41:53.433" v="20"/>
        <pc:sldMkLst>
          <pc:docMk/>
          <pc:sldMk cId="1875700214" sldId="313"/>
        </pc:sldMkLst>
      </pc:sldChg>
      <pc:sldChg chg="add">
        <pc:chgData name="Sinha, Aditi" userId="S::asinha403@gatech.edu::e2d6d89e-4343-439a-8d76-694628a53bfe" providerId="AD" clId="Web-{E4512404-CE65-80FE-69E2-EC8C12126E62}" dt="2026-03-19T10:43:30.935" v="32"/>
        <pc:sldMkLst>
          <pc:docMk/>
          <pc:sldMk cId="894807486" sldId="314"/>
        </pc:sldMkLst>
      </pc:sldChg>
      <pc:sldChg chg="add">
        <pc:chgData name="Sinha, Aditi" userId="S::asinha403@gatech.edu::e2d6d89e-4343-439a-8d76-694628a53bfe" providerId="AD" clId="Web-{E4512404-CE65-80FE-69E2-EC8C12126E62}" dt="2026-03-19T10:43:47.623" v="34"/>
        <pc:sldMkLst>
          <pc:docMk/>
          <pc:sldMk cId="2203980763" sldId="315"/>
        </pc:sldMkLst>
      </pc:sldChg>
      <pc:sldChg chg="add">
        <pc:chgData name="Sinha, Aditi" userId="S::asinha403@gatech.edu::e2d6d89e-4343-439a-8d76-694628a53bfe" providerId="AD" clId="Web-{E4512404-CE65-80FE-69E2-EC8C12126E62}" dt="2026-03-19T10:44:10.561" v="36"/>
        <pc:sldMkLst>
          <pc:docMk/>
          <pc:sldMk cId="1209592395" sldId="31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Observations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GLIMMER</a:t>
            </a:r>
            <a:r>
              <a:rPr lang="en-US" dirty="0"/>
              <a:t> predicted the highest number of genes (2209 CDS) and slightly longer average gene lengths, suggesting possible overprediction of overlapping ORFs.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GeneMarkS-2</a:t>
            </a:r>
            <a:r>
              <a:rPr lang="en-US" dirty="0"/>
              <a:t> produced an intermediate gene count (~2170 CDS) with slightly shorter average lengths, indicating a more balanced prediction compared to GLIMMER.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Prodigal</a:t>
            </a:r>
            <a:r>
              <a:rPr lang="en-US" dirty="0"/>
              <a:t> predicted the lowest number of genes (~1966–1982 CDS) with consistent average lengths (~874 bp), suggesting a more conservative gene-calling approach.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42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67EF-A716-29BF-AA57-412F05E1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FAED9-C4B3-5193-A870-373AC5815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DB714-4258-BCC1-0CA8-7201F2849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1DA58-65C8-1840-8721-388AE5E08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73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0"/>
            <a:ext cx="7096933" cy="3830130"/>
          </a:xfrm>
        </p:spPr>
        <p:txBody>
          <a:bodyPr/>
          <a:lstStyle/>
          <a:p>
            <a:r>
              <a:rPr lang="en-US" sz="4800" b="0" i="0" u="none" strike="noStrike">
                <a:solidFill>
                  <a:srgbClr val="000000"/>
                </a:solidFill>
                <a:effectLst/>
                <a:latin typeface="Aptos Display"/>
              </a:rPr>
              <a:t>Team B Group 2</a:t>
            </a:r>
            <a:r>
              <a:rPr lang="en-US" sz="4800" b="0" i="0">
                <a:solidFill>
                  <a:srgbClr val="000000"/>
                </a:solidFill>
                <a:effectLst/>
                <a:latin typeface="Aptos Display"/>
              </a:rPr>
              <a:t>​</a:t>
            </a:r>
            <a:br>
              <a:rPr lang="en-US" sz="4800" b="0" i="0">
                <a:effectLst/>
                <a:latin typeface="Aptos Display" panose="020B0004020202020204" pitchFamily="34" charset="0"/>
              </a:rPr>
            </a:br>
            <a:r>
              <a:rPr lang="en-US" sz="4800" b="0">
                <a:solidFill>
                  <a:srgbClr val="000000"/>
                </a:solidFill>
                <a:latin typeface="Aptos Display"/>
              </a:rPr>
              <a:t>Final</a:t>
            </a:r>
            <a:r>
              <a:rPr lang="en-US" sz="4800" b="0" i="0" u="none" strike="noStrike">
                <a:solidFill>
                  <a:srgbClr val="000000"/>
                </a:solidFill>
                <a:effectLst/>
                <a:latin typeface="Aptos Display"/>
              </a:rPr>
              <a:t> Results</a:t>
            </a:r>
            <a:r>
              <a:rPr lang="en-US" sz="4800" b="0" i="0">
                <a:solidFill>
                  <a:srgbClr val="000000"/>
                </a:solidFill>
                <a:effectLst/>
                <a:latin typeface="Aptos Display"/>
              </a:rPr>
              <a:t>​</a:t>
            </a:r>
            <a:endParaRPr lang="en-US" sz="4800"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36197-5C1D-8737-EF90-0C0AA3B93914}"/>
              </a:ext>
            </a:extLst>
          </p:cNvPr>
          <p:cNvSpPr txBox="1"/>
          <p:nvPr/>
        </p:nvSpPr>
        <p:spPr>
          <a:xfrm>
            <a:off x="2772102" y="4769069"/>
            <a:ext cx="709693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Gene Prediction &amp; Functional Annotation Pipeline</a:t>
            </a:r>
          </a:p>
          <a:p>
            <a:endParaRPr lang="en-US" sz="2400" b="1"/>
          </a:p>
          <a:p>
            <a:r>
              <a:rPr lang="en-US" sz="2400"/>
              <a:t>Group members: Zahra, Aditi, </a:t>
            </a:r>
            <a:r>
              <a:rPr lang="en-US" sz="2400" err="1"/>
              <a:t>Fanshi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Project context &amp; role in pipeline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Dataset received from Group 1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Annotation pipeline design</a:t>
            </a:r>
            <a:endParaRPr lang="en-US"/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Final results</a:t>
            </a:r>
            <a:endParaRPr lang="en-US" dirty="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3536" y="59674"/>
            <a:ext cx="6426488" cy="1817649"/>
          </a:xfrm>
        </p:spPr>
        <p:txBody>
          <a:bodyPr/>
          <a:lstStyle/>
          <a:p>
            <a:r>
              <a:rPr lang="en-US"/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307EE-0C8B-12DA-1C0D-7D295DDAB7D9}"/>
              </a:ext>
            </a:extLst>
          </p:cNvPr>
          <p:cNvSpPr txBox="1"/>
          <p:nvPr/>
        </p:nvSpPr>
        <p:spPr>
          <a:xfrm>
            <a:off x="1572232" y="1746265"/>
            <a:ext cx="835626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E0E0E"/>
                </a:solidFill>
                <a:latin typeface="Aptos Display"/>
                <a:ea typeface=".AppleSystemUIFont"/>
                <a:cs typeface=".AppleSystemUIFont"/>
              </a:rPr>
              <a:t>We received 34 assembled bacterial genome from Group 1. This serves as the input to our prediction annotation workflow.</a:t>
            </a:r>
          </a:p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67D161-C022-36FD-C87F-56C156ABF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207462"/>
              </p:ext>
            </p:extLst>
          </p:nvPr>
        </p:nvGraphicFramePr>
        <p:xfrm>
          <a:off x="1745894" y="2778210"/>
          <a:ext cx="8168640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08598058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9544857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Total Genomes Received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34 Draft Bacterial Assemblies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27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Source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Sequenced and assembled by Group 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100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Average Genome Size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~2.07 Mb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82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Assembly Complexity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High fragmentation across all samples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4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Average Contigs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~197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628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Average N50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~17.6 kb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17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Format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Multi-FASTA files (</a:t>
                      </a:r>
                      <a:r>
                        <a:rPr lang="en-US" sz="1800" b="0" i="0" u="none" strike="noStrike" noProof="0">
                          <a:latin typeface="Consolas"/>
                        </a:rPr>
                        <a:t>.</a:t>
                      </a:r>
                      <a:r>
                        <a:rPr lang="en-US" sz="1800" b="0" i="0" u="none" strike="noStrike" noProof="0" err="1">
                          <a:latin typeface="Consolas"/>
                        </a:rPr>
                        <a:t>fasta</a:t>
                      </a:r>
                      <a:r>
                        <a:rPr lang="en-US" sz="1800" b="0" i="0" u="none" strike="noStrike" noProof="0">
                          <a:latin typeface="Tenorite"/>
                        </a:rPr>
                        <a:t>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83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412" y="33007"/>
            <a:ext cx="6135401" cy="936702"/>
          </a:xfrm>
        </p:spPr>
        <p:txBody>
          <a:bodyPr/>
          <a:lstStyle/>
          <a:p>
            <a:r>
              <a:rPr lang="en-US" sz="5400" dirty="0"/>
              <a:t>Pipeline + tools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FE600DEC-BCA3-CF68-722F-8A3342989EF3}"/>
              </a:ext>
            </a:extLst>
          </p:cNvPr>
          <p:cNvSpPr/>
          <p:nvPr/>
        </p:nvSpPr>
        <p:spPr>
          <a:xfrm>
            <a:off x="3095515" y="2251882"/>
            <a:ext cx="156184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2EA8C-DDC3-3B86-657F-7F9767E14BA9}"/>
              </a:ext>
            </a:extLst>
          </p:cNvPr>
          <p:cNvSpPr/>
          <p:nvPr/>
        </p:nvSpPr>
        <p:spPr>
          <a:xfrm>
            <a:off x="1069754" y="2590013"/>
            <a:ext cx="3964918" cy="83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rRNA detection/ Structural ann</a:t>
            </a:r>
            <a:r>
              <a:rPr lang="en-US"/>
              <a:t>otation</a:t>
            </a:r>
            <a:endParaRPr lang="en-US" dirty="0"/>
          </a:p>
          <a:p>
            <a:pPr algn="ctr"/>
            <a:r>
              <a:rPr lang="en-US" dirty="0" err="1"/>
              <a:t>RNAmmer</a:t>
            </a:r>
            <a:r>
              <a:rPr lang="en-US" dirty="0"/>
              <a:t> and </a:t>
            </a:r>
            <a:r>
              <a:rPr lang="en-US" dirty="0" err="1"/>
              <a:t>Barrnap</a:t>
            </a:r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D1A681E-DE16-EFE2-E20C-D1CC1F44B46F}"/>
              </a:ext>
            </a:extLst>
          </p:cNvPr>
          <p:cNvSpPr/>
          <p:nvPr/>
        </p:nvSpPr>
        <p:spPr>
          <a:xfrm>
            <a:off x="3116392" y="3515249"/>
            <a:ext cx="156184" cy="2573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617AEB-BD93-035D-A8C1-570E27EDED67}"/>
              </a:ext>
            </a:extLst>
          </p:cNvPr>
          <p:cNvSpPr/>
          <p:nvPr/>
        </p:nvSpPr>
        <p:spPr>
          <a:xfrm>
            <a:off x="1069753" y="3768464"/>
            <a:ext cx="3964918" cy="679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Extract 16S rRNA</a:t>
            </a:r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EDBEB5-FC14-7157-E86C-AF6B7A40AE23}"/>
              </a:ext>
            </a:extLst>
          </p:cNvPr>
          <p:cNvSpPr/>
          <p:nvPr/>
        </p:nvSpPr>
        <p:spPr>
          <a:xfrm>
            <a:off x="1069752" y="4840915"/>
            <a:ext cx="3964918" cy="1016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BLASTn (core_nt) → Species Identification</a:t>
            </a:r>
          </a:p>
          <a:p>
            <a:pPr algn="ctr"/>
            <a:endParaRPr lang="en-US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3A17930-5B65-76CD-2F87-0959D63DBD79}"/>
              </a:ext>
            </a:extLst>
          </p:cNvPr>
          <p:cNvSpPr/>
          <p:nvPr/>
        </p:nvSpPr>
        <p:spPr>
          <a:xfrm>
            <a:off x="3095515" y="4530999"/>
            <a:ext cx="156184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3200C-DA07-50EF-12C7-ED1072431DB1}"/>
              </a:ext>
            </a:extLst>
          </p:cNvPr>
          <p:cNvSpPr/>
          <p:nvPr/>
        </p:nvSpPr>
        <p:spPr>
          <a:xfrm>
            <a:off x="1414450" y="972153"/>
            <a:ext cx="3568261" cy="441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Genome Assembly (.fasta)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2CAA73-7F17-0693-284E-9E4C660E8BC8}"/>
              </a:ext>
            </a:extLst>
          </p:cNvPr>
          <p:cNvSpPr/>
          <p:nvPr/>
        </p:nvSpPr>
        <p:spPr>
          <a:xfrm>
            <a:off x="2452913" y="1516437"/>
            <a:ext cx="1441387" cy="7160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Phase 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44BE34-60AA-183E-BEB8-228E34F842C2}"/>
              </a:ext>
            </a:extLst>
          </p:cNvPr>
          <p:cNvSpPr/>
          <p:nvPr/>
        </p:nvSpPr>
        <p:spPr>
          <a:xfrm>
            <a:off x="7205166" y="800420"/>
            <a:ext cx="1441387" cy="7160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Phase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85B283-C457-7911-C4A7-1793C1D97BDC}"/>
              </a:ext>
            </a:extLst>
          </p:cNvPr>
          <p:cNvSpPr/>
          <p:nvPr/>
        </p:nvSpPr>
        <p:spPr>
          <a:xfrm>
            <a:off x="5680554" y="1856306"/>
            <a:ext cx="4624424" cy="8021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CDS Prediction</a:t>
            </a:r>
          </a:p>
          <a:p>
            <a:pPr algn="ctr"/>
            <a:r>
              <a:rPr lang="en-US"/>
              <a:t>Prodigal and GLIMMER  </a:t>
            </a:r>
          </a:p>
        </p:txBody>
      </p:sp>
      <p:sp>
        <p:nvSpPr>
          <p:cNvPr id="14" name="Arrow: Down 5">
            <a:extLst>
              <a:ext uri="{FF2B5EF4-FFF2-40B4-BE49-F238E27FC236}">
                <a16:creationId xmlns:a16="http://schemas.microsoft.com/office/drawing/2014/main" id="{35882735-2A16-8C7A-6775-E478B84E643A}"/>
              </a:ext>
            </a:extLst>
          </p:cNvPr>
          <p:cNvSpPr/>
          <p:nvPr/>
        </p:nvSpPr>
        <p:spPr>
          <a:xfrm>
            <a:off x="7853515" y="1537661"/>
            <a:ext cx="139251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C407F8-FB8C-9EB5-354E-D26DA2E5569E}"/>
              </a:ext>
            </a:extLst>
          </p:cNvPr>
          <p:cNvSpPr/>
          <p:nvPr/>
        </p:nvSpPr>
        <p:spPr>
          <a:xfrm>
            <a:off x="6069384" y="2906524"/>
            <a:ext cx="3568261" cy="724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 Protein FASTA (.faa)</a:t>
            </a:r>
          </a:p>
        </p:txBody>
      </p:sp>
      <p:sp>
        <p:nvSpPr>
          <p:cNvPr id="30" name="Arrow: Down 5">
            <a:extLst>
              <a:ext uri="{FF2B5EF4-FFF2-40B4-BE49-F238E27FC236}">
                <a16:creationId xmlns:a16="http://schemas.microsoft.com/office/drawing/2014/main" id="{BDB4FAC6-A555-6413-580B-5F71C8356141}"/>
              </a:ext>
            </a:extLst>
          </p:cNvPr>
          <p:cNvSpPr/>
          <p:nvPr/>
        </p:nvSpPr>
        <p:spPr>
          <a:xfrm>
            <a:off x="7859558" y="2658501"/>
            <a:ext cx="156184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2E21AD-D0DD-CD75-6617-F3BD7CD5EEA6}"/>
              </a:ext>
            </a:extLst>
          </p:cNvPr>
          <p:cNvSpPr/>
          <p:nvPr/>
        </p:nvSpPr>
        <p:spPr>
          <a:xfrm>
            <a:off x="6004019" y="4674835"/>
            <a:ext cx="3967553" cy="807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  <a:p>
            <a:r>
              <a:rPr lang="en-US"/>
              <a:t>            Functional Annotation</a:t>
            </a:r>
          </a:p>
          <a:p>
            <a:r>
              <a:rPr lang="en-US"/>
              <a:t>                eggnog-mapper 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2BF32E-971D-D33C-9368-B6D919B2B874}"/>
              </a:ext>
            </a:extLst>
          </p:cNvPr>
          <p:cNvSpPr/>
          <p:nvPr/>
        </p:nvSpPr>
        <p:spPr>
          <a:xfrm>
            <a:off x="7267103" y="3697155"/>
            <a:ext cx="1441387" cy="7160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Phase 3</a:t>
            </a:r>
          </a:p>
        </p:txBody>
      </p:sp>
      <p:sp>
        <p:nvSpPr>
          <p:cNvPr id="33" name="Arrow: Down 5">
            <a:extLst>
              <a:ext uri="{FF2B5EF4-FFF2-40B4-BE49-F238E27FC236}">
                <a16:creationId xmlns:a16="http://schemas.microsoft.com/office/drawing/2014/main" id="{E5134720-6E57-1D77-13B4-F64D3295004B}"/>
              </a:ext>
            </a:extLst>
          </p:cNvPr>
          <p:cNvSpPr/>
          <p:nvPr/>
        </p:nvSpPr>
        <p:spPr>
          <a:xfrm>
            <a:off x="7892021" y="4413613"/>
            <a:ext cx="156184" cy="2820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00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A6B87A-B9FF-9948-63CE-311FDB68E64F}"/>
              </a:ext>
            </a:extLst>
          </p:cNvPr>
          <p:cNvSpPr txBox="1"/>
          <p:nvPr/>
        </p:nvSpPr>
        <p:spPr>
          <a:xfrm>
            <a:off x="998035" y="1088872"/>
            <a:ext cx="60997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latin typeface="+mj-lt"/>
              </a:rPr>
              <a:t>Why rRNA Detection?</a:t>
            </a:r>
            <a:endParaRPr lang="en-US" sz="400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C8FBAC-9DA3-B32E-8EC6-FCBB617EB963}"/>
              </a:ext>
            </a:extLst>
          </p:cNvPr>
          <p:cNvSpPr/>
          <p:nvPr/>
        </p:nvSpPr>
        <p:spPr>
          <a:xfrm>
            <a:off x="998035" y="2312882"/>
            <a:ext cx="5549962" cy="2737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436EF-D8ED-8CA0-B3FF-9BE01657CE54}"/>
              </a:ext>
            </a:extLst>
          </p:cNvPr>
          <p:cNvSpPr txBox="1"/>
          <p:nvPr/>
        </p:nvSpPr>
        <p:spPr>
          <a:xfrm>
            <a:off x="998035" y="2666031"/>
            <a:ext cx="56480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rRNA genes are essential bacterial markers</a:t>
            </a:r>
          </a:p>
          <a:p>
            <a:pPr marL="285750" indent="-285750">
              <a:buFont typeface="Wingdings" pitchFamily="2" charset="2"/>
              <a:buChar char="v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16S rRNA is used for species identification</a:t>
            </a:r>
          </a:p>
          <a:p>
            <a:pPr marL="285750" indent="-285750">
              <a:buFont typeface="Wingdings" pitchFamily="2" charset="2"/>
              <a:buChar char="v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We compare two structural annotation tools</a:t>
            </a:r>
          </a:p>
          <a:p>
            <a:pPr marL="285750" indent="-285750">
              <a:buFont typeface="Wingdings" pitchFamily="2" charset="2"/>
              <a:buChar char="v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>
                <a:solidFill>
                  <a:schemeClr val="bg1"/>
                </a:solidFill>
              </a:rPr>
              <a:t>Goal: balance accuracy vs computational cost</a:t>
            </a:r>
          </a:p>
        </p:txBody>
      </p:sp>
    </p:spTree>
    <p:extLst>
      <p:ext uri="{BB962C8B-B14F-4D97-AF65-F5344CB8AC3E}">
        <p14:creationId xmlns:p14="http://schemas.microsoft.com/office/powerpoint/2010/main" val="41581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382D-9984-C194-909F-F01100709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-1500809"/>
            <a:ext cx="8020050" cy="3200400"/>
          </a:xfrm>
        </p:spPr>
        <p:txBody>
          <a:bodyPr/>
          <a:lstStyle/>
          <a:p>
            <a:r>
              <a:rPr lang="en-US" sz="4000" b="1"/>
              <a:t>Tools: RNAmmer vs Barrnap</a:t>
            </a:r>
            <a:br>
              <a:rPr lang="en-US" sz="1800" b="1"/>
            </a:br>
            <a:endParaRPr lang="en-US" sz="4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974BBFC-FF13-CE09-1208-FCDD5BCAF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981232"/>
              </p:ext>
            </p:extLst>
          </p:nvPr>
        </p:nvGraphicFramePr>
        <p:xfrm>
          <a:off x="1177863" y="2893741"/>
          <a:ext cx="8127999" cy="18601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851930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048729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06821928"/>
                    </a:ext>
                  </a:extLst>
                </a:gridCol>
              </a:tblGrid>
              <a:tr h="376828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RNAmmer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Barrnap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11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HMM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HMMER2 (legacy)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HMMER3 (modern)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60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Conda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51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49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Actively maintained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72359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0F3D1B3-ECBD-CDD6-60CF-7A74495E8D84}"/>
              </a:ext>
            </a:extLst>
          </p:cNvPr>
          <p:cNvSpPr txBox="1"/>
          <p:nvPr/>
        </p:nvSpPr>
        <p:spPr>
          <a:xfrm>
            <a:off x="975360" y="1640965"/>
            <a:ext cx="10198162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By comparing </a:t>
            </a:r>
            <a:r>
              <a:rPr lang="en-US" err="1"/>
              <a:t>Barrnap</a:t>
            </a:r>
            <a:r>
              <a:rPr lang="en-US"/>
              <a:t> vs </a:t>
            </a:r>
            <a:r>
              <a:rPr lang="en-US" err="1"/>
              <a:t>RNAmmer</a:t>
            </a:r>
            <a:r>
              <a:rPr lang="en-US"/>
              <a:t> we want to determine whether </a:t>
            </a:r>
            <a:r>
              <a:rPr lang="en-US" err="1"/>
              <a:t>RNAmmer’s</a:t>
            </a:r>
            <a:r>
              <a:rPr lang="en-US"/>
              <a:t> computational overhead is justified for draft genomes, or if </a:t>
            </a:r>
            <a:r>
              <a:rPr lang="en-US" err="1"/>
              <a:t>Barrnap’s</a:t>
            </a:r>
            <a:r>
              <a:rPr lang="en-US"/>
              <a:t> speed makes it the better choice for our final pipeline</a:t>
            </a:r>
          </a:p>
        </p:txBody>
      </p:sp>
    </p:spTree>
    <p:extLst>
      <p:ext uri="{BB962C8B-B14F-4D97-AF65-F5344CB8AC3E}">
        <p14:creationId xmlns:p14="http://schemas.microsoft.com/office/powerpoint/2010/main" val="164543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D367C9-4D30-1B7E-B2C0-E39534208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235786"/>
              </p:ext>
            </p:extLst>
          </p:nvPr>
        </p:nvGraphicFramePr>
        <p:xfrm>
          <a:off x="4263571" y="2866571"/>
          <a:ext cx="6582241" cy="296671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53435">
                  <a:extLst>
                    <a:ext uri="{9D8B030D-6E8A-4147-A177-3AD203B41FA5}">
                      <a16:colId xmlns:a16="http://schemas.microsoft.com/office/drawing/2014/main" val="35766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6121365"/>
                    </a:ext>
                  </a:extLst>
                </a:gridCol>
                <a:gridCol w="2296806">
                  <a:extLst>
                    <a:ext uri="{9D8B030D-6E8A-4147-A177-3AD203B41FA5}">
                      <a16:colId xmlns:a16="http://schemas.microsoft.com/office/drawing/2014/main" val="2533185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Feature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RNAmmer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Barrnap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953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Genomes analyzed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~34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8486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16S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34/34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34/34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75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23S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Tenorite"/>
                        </a:rPr>
                        <a:t>34/34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34/34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73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34/34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34/34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425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Total rRNA/genome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699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Total runtime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~20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~1-2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4893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/>
                        <a:t>Avg runtime/genome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~37 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Tenorite"/>
                        </a:rPr>
                        <a:t>~0.9 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681915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A3AF0B-79F5-A1EB-6E75-7A3E5B83450E}"/>
              </a:ext>
            </a:extLst>
          </p:cNvPr>
          <p:cNvCxnSpPr/>
          <p:nvPr/>
        </p:nvCxnSpPr>
        <p:spPr>
          <a:xfrm>
            <a:off x="6476853" y="3138956"/>
            <a:ext cx="18142" cy="2702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C005C9-9E2B-882A-487E-A5165081AE51}"/>
              </a:ext>
            </a:extLst>
          </p:cNvPr>
          <p:cNvCxnSpPr/>
          <p:nvPr/>
        </p:nvCxnSpPr>
        <p:spPr>
          <a:xfrm>
            <a:off x="8538560" y="3241765"/>
            <a:ext cx="12095" cy="2599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40D72C5A-105F-126B-23A1-00D9BADD4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84" y="-28265"/>
            <a:ext cx="9779183" cy="1600835"/>
          </a:xfrm>
        </p:spPr>
        <p:txBody>
          <a:bodyPr/>
          <a:lstStyle/>
          <a:p>
            <a:r>
              <a:rPr lang="en-US" sz="4400"/>
              <a:t>rRNA Detection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59E5BC-6154-02B1-4B33-9F49D95F4912}"/>
              </a:ext>
            </a:extLst>
          </p:cNvPr>
          <p:cNvSpPr txBox="1"/>
          <p:nvPr/>
        </p:nvSpPr>
        <p:spPr>
          <a:xfrm>
            <a:off x="1377176" y="1574214"/>
            <a:ext cx="8257478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 We applied both </a:t>
            </a:r>
            <a:r>
              <a:rPr lang="en-US" err="1">
                <a:ea typeface="+mn-lt"/>
                <a:cs typeface="+mn-lt"/>
              </a:rPr>
              <a:t>Barrnap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err="1">
                <a:ea typeface="+mn-lt"/>
                <a:cs typeface="+mn-lt"/>
              </a:rPr>
              <a:t>RNAmmer</a:t>
            </a:r>
            <a:r>
              <a:rPr lang="en-US">
                <a:ea typeface="+mn-lt"/>
                <a:cs typeface="+mn-lt"/>
              </a:rPr>
              <a:t> on ~34 genome sequences to compare performance and accuracy for rRNA detection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Both tools detected identical rRNA genes (16S, 23S, 5S) across all genomes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8F3670-49AA-69A0-183E-5AB3C84AF430}"/>
              </a:ext>
            </a:extLst>
          </p:cNvPr>
          <p:cNvCxnSpPr/>
          <p:nvPr/>
        </p:nvCxnSpPr>
        <p:spPr>
          <a:xfrm flipH="1">
            <a:off x="2271504" y="5622134"/>
            <a:ext cx="210312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756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736C-CFE8-8932-FCA0-A6C8BC07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297" y="639445"/>
            <a:ext cx="11544073" cy="1600835"/>
          </a:xfrm>
        </p:spPr>
        <p:txBody>
          <a:bodyPr/>
          <a:lstStyle/>
          <a:p>
            <a:r>
              <a:rPr lang="en-US"/>
              <a:t>BLASTn : Species Identification</a:t>
            </a:r>
            <a:br>
              <a:rPr lang="en-US"/>
            </a:br>
            <a:r>
              <a:rPr lang="en-US" sz="3200" b="0"/>
              <a:t>(Using 16S rRNA)</a:t>
            </a:r>
            <a:br>
              <a:rPr lang="en-US"/>
            </a:b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E17AAB-4396-2F38-CA72-F62E01E00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69" y="3631415"/>
            <a:ext cx="2683992" cy="1688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E24692-BE23-E905-4731-0D098A08D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70" y="5319640"/>
            <a:ext cx="4753424" cy="16008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022F81-AB3D-BD6C-A5CB-85780F509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41" y="2577276"/>
            <a:ext cx="3315628" cy="16008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33CC23-C514-28AE-392F-404D2BE9E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294" y="4187877"/>
            <a:ext cx="4192706" cy="15913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BE1395-2E5C-4086-FD49-7AAD3E9C2C44}"/>
              </a:ext>
            </a:extLst>
          </p:cNvPr>
          <p:cNvSpPr txBox="1"/>
          <p:nvPr/>
        </p:nvSpPr>
        <p:spPr>
          <a:xfrm>
            <a:off x="8954869" y="2216289"/>
            <a:ext cx="1972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RNAmmer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4073D64-3C57-0BED-B9D2-1358FBF4C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577800"/>
              </p:ext>
            </p:extLst>
          </p:nvPr>
        </p:nvGraphicFramePr>
        <p:xfrm>
          <a:off x="428887" y="2518895"/>
          <a:ext cx="8128000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8764389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3810254"/>
                    </a:ext>
                  </a:extLst>
                </a:gridCol>
                <a:gridCol w="2054302">
                  <a:extLst>
                    <a:ext uri="{9D8B030D-6E8A-4147-A177-3AD203B41FA5}">
                      <a16:colId xmlns:a16="http://schemas.microsoft.com/office/drawing/2014/main" val="1684984558"/>
                    </a:ext>
                  </a:extLst>
                </a:gridCol>
                <a:gridCol w="1196898">
                  <a:extLst>
                    <a:ext uri="{9D8B030D-6E8A-4147-A177-3AD203B41FA5}">
                      <a16:colId xmlns:a16="http://schemas.microsoft.com/office/drawing/2014/main" val="10733757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589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Tool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16S Length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Top Hit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Identity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Coverage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506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RNAmmer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1529 bp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N. meningitidis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724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Barrnap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1536 bp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N. meningitidis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84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97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1CC3-1165-E831-FB9D-1E803EC82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1813995"/>
          </a:xfrm>
        </p:spPr>
        <p:txBody>
          <a:bodyPr/>
          <a:lstStyle/>
          <a:p>
            <a:r>
              <a:rPr lang="en-US" sz="4800" b="1"/>
              <a:t>Final Evaluation</a:t>
            </a:r>
            <a:br>
              <a:rPr lang="en-US" sz="4800" b="1"/>
            </a:br>
            <a:endParaRPr lang="en-US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84B86D-1BDA-8022-C4C4-ADB306911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1664208"/>
            <a:ext cx="6220277" cy="4941243"/>
          </a:xfrm>
        </p:spPr>
        <p:txBody>
          <a:bodyPr/>
          <a:lstStyle/>
          <a:p>
            <a:r>
              <a:rPr lang="en-US" b="1"/>
              <a:t>Phase 1 Conclusion</a:t>
            </a:r>
            <a:endParaRPr lang="en-US"/>
          </a:p>
          <a:p>
            <a:pPr marL="457200" indent="-457200">
              <a:buFont typeface="Wingdings" pitchFamily="2" charset="2"/>
              <a:buChar char="v"/>
            </a:pPr>
            <a:r>
              <a:rPr lang="en-US" sz="2000"/>
              <a:t>Structural output: Equivalent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000"/>
              <a:t>Species identification: Identical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000" dirty="0"/>
              <a:t>Computational cost: </a:t>
            </a:r>
            <a:r>
              <a:rPr lang="en-US" sz="2000" dirty="0" err="1"/>
              <a:t>Barrnap</a:t>
            </a:r>
            <a:r>
              <a:rPr lang="en-US" sz="2000" dirty="0"/>
              <a:t> significantly faster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000" dirty="0"/>
              <a:t>Selected tool for final pipeline: </a:t>
            </a:r>
            <a:r>
              <a:rPr lang="en-US" sz="2000" b="1" dirty="0" err="1"/>
              <a:t>Barrnap</a:t>
            </a:r>
            <a:r>
              <a:rPr lang="en-US" sz="2000" b="1" dirty="0"/>
              <a:t> and </a:t>
            </a:r>
            <a:r>
              <a:rPr lang="en-US" sz="2000" b="1" dirty="0" err="1"/>
              <a:t>RNAmmer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01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024" y="-588719"/>
            <a:ext cx="9779183" cy="1600835"/>
          </a:xfrm>
        </p:spPr>
        <p:txBody>
          <a:bodyPr/>
          <a:lstStyle/>
          <a:p>
            <a:r>
              <a:rPr lang="en-US" sz="4000" b="1"/>
              <a:t>Coding Sequence (CDS) Prediction</a:t>
            </a:r>
            <a:endParaRPr lang="en-US" sz="4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D11B2E-83AD-A737-1505-3906714A7229}"/>
              </a:ext>
            </a:extLst>
          </p:cNvPr>
          <p:cNvSpPr/>
          <p:nvPr/>
        </p:nvSpPr>
        <p:spPr>
          <a:xfrm>
            <a:off x="949746" y="2897976"/>
            <a:ext cx="4271685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164079-A428-F3E1-14F9-A53ACAEFD177}"/>
              </a:ext>
            </a:extLst>
          </p:cNvPr>
          <p:cNvSpPr txBox="1"/>
          <p:nvPr/>
        </p:nvSpPr>
        <p:spPr>
          <a:xfrm>
            <a:off x="1090023" y="3041711"/>
            <a:ext cx="4271685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Identify protein-coding genes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Generate protein FASTA (.</a:t>
            </a:r>
            <a:r>
              <a:rPr lang="en-US" dirty="0" err="1"/>
              <a:t>faa</a:t>
            </a:r>
            <a:r>
              <a:rPr lang="en-US" dirty="0"/>
              <a:t>)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Input for functional annotation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Compare three gene prediction tools</a:t>
            </a:r>
          </a:p>
          <a:p>
            <a:pPr marL="285750" indent="-285750">
              <a:buFont typeface="Wingdings,Sans-Serif" pitchFamily="2" charset="2"/>
              <a:buChar char="v"/>
            </a:pPr>
            <a:r>
              <a:rPr lang="en-US" dirty="0">
                <a:latin typeface="Calibri"/>
                <a:ea typeface="Calibri"/>
                <a:cs typeface="Calibri"/>
              </a:rPr>
              <a:t>Implement two of them for final results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F864A-2276-3B20-517A-6707254B3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457200"/>
            <a:ext cx="6220278" cy="1693718"/>
          </a:xfrm>
        </p:spPr>
        <p:txBody>
          <a:bodyPr/>
          <a:lstStyle/>
          <a:p>
            <a:r>
              <a:rPr lang="en-US" sz="4400" b="1"/>
              <a:t>Tool Architecture</a:t>
            </a:r>
            <a:br>
              <a:rPr lang="en-US" sz="4400" b="1"/>
            </a:br>
            <a:endParaRPr lang="en-US" sz="44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FF4866-F634-F3DD-169D-FEED0BCB7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13868"/>
              </p:ext>
            </p:extLst>
          </p:nvPr>
        </p:nvGraphicFramePr>
        <p:xfrm>
          <a:off x="483755" y="2610810"/>
          <a:ext cx="6727536" cy="23231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67163">
                  <a:extLst>
                    <a:ext uri="{9D8B030D-6E8A-4147-A177-3AD203B41FA5}">
                      <a16:colId xmlns:a16="http://schemas.microsoft.com/office/drawing/2014/main" val="19534644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1471104"/>
                    </a:ext>
                  </a:extLst>
                </a:gridCol>
                <a:gridCol w="2431473">
                  <a:extLst>
                    <a:ext uri="{9D8B030D-6E8A-4147-A177-3AD203B41FA5}">
                      <a16:colId xmlns:a16="http://schemas.microsoft.com/office/drawing/2014/main" val="575946818"/>
                    </a:ext>
                  </a:extLst>
                </a:gridCol>
              </a:tblGrid>
              <a:tr h="521470">
                <a:tc>
                  <a:txBody>
                    <a:bodyPr/>
                    <a:lstStyle/>
                    <a:p>
                      <a:r>
                        <a:rPr lang="en-US" b="1"/>
                        <a:t>Tool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Model Type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Strength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212914"/>
                  </a:ext>
                </a:extLst>
              </a:tr>
              <a:tr h="521470">
                <a:tc>
                  <a:txBody>
                    <a:bodyPr/>
                    <a:lstStyle/>
                    <a:p>
                      <a:r>
                        <a:rPr lang="en-US"/>
                        <a:t>Prodigal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Self-training heuristic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Fast, optimized for bacteria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496980"/>
                  </a:ext>
                </a:extLst>
              </a:tr>
              <a:tr h="521470">
                <a:tc>
                  <a:txBody>
                    <a:bodyPr/>
                    <a:lstStyle/>
                    <a:p>
                      <a:r>
                        <a:rPr lang="en-US"/>
                        <a:t>GLIMMER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Interpolated Markov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Classical gene finder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256856"/>
                  </a:ext>
                </a:extLst>
              </a:tr>
              <a:tr h="521470">
                <a:tc>
                  <a:txBody>
                    <a:bodyPr/>
                    <a:lstStyle/>
                    <a:p>
                      <a:r>
                        <a:rPr lang="en-US"/>
                        <a:t>GeneMarkS-2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Self-training HMM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098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5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DBCE1-080A-8FF8-1F04-9D5A06F5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25" y="437140"/>
            <a:ext cx="5943599" cy="703711"/>
          </a:xfrm>
        </p:spPr>
        <p:txBody>
          <a:bodyPr/>
          <a:lstStyle/>
          <a:p>
            <a:r>
              <a:rPr lang="en-US" sz="4000" dirty="0"/>
              <a:t>Tool Architecture</a:t>
            </a:r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B150819-BFF6-4576-3ACD-7AAB28221826}"/>
              </a:ext>
            </a:extLst>
          </p:cNvPr>
          <p:cNvGraphicFramePr>
            <a:graphicFrameLocks noGrp="1"/>
          </p:cNvGraphicFramePr>
          <p:nvPr>
            <p:ph idx="15"/>
          </p:nvPr>
        </p:nvGraphicFramePr>
        <p:xfrm>
          <a:off x="4509417" y="3160023"/>
          <a:ext cx="7000752" cy="3259344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618762">
                  <a:extLst>
                    <a:ext uri="{9D8B030D-6E8A-4147-A177-3AD203B41FA5}">
                      <a16:colId xmlns:a16="http://schemas.microsoft.com/office/drawing/2014/main" val="3334318628"/>
                    </a:ext>
                  </a:extLst>
                </a:gridCol>
                <a:gridCol w="1664430">
                  <a:extLst>
                    <a:ext uri="{9D8B030D-6E8A-4147-A177-3AD203B41FA5}">
                      <a16:colId xmlns:a16="http://schemas.microsoft.com/office/drawing/2014/main" val="254603892"/>
                    </a:ext>
                  </a:extLst>
                </a:gridCol>
                <a:gridCol w="1839894">
                  <a:extLst>
                    <a:ext uri="{9D8B030D-6E8A-4147-A177-3AD203B41FA5}">
                      <a16:colId xmlns:a16="http://schemas.microsoft.com/office/drawing/2014/main" val="231726856"/>
                    </a:ext>
                  </a:extLst>
                </a:gridCol>
                <a:gridCol w="1877666">
                  <a:extLst>
                    <a:ext uri="{9D8B030D-6E8A-4147-A177-3AD203B41FA5}">
                      <a16:colId xmlns:a16="http://schemas.microsoft.com/office/drawing/2014/main" val="3932149122"/>
                    </a:ext>
                  </a:extLst>
                </a:gridCol>
              </a:tblGrid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Metric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200" kern="150" dirty="0">
                          <a:effectLst/>
                        </a:rPr>
                        <a:t>Prodigal</a:t>
                      </a:r>
                      <a:r>
                        <a:rPr lang="en-US" sz="1000" kern="150" dirty="0">
                          <a:effectLst/>
                        </a:rPr>
                        <a:t> (v2.6.3)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200" kern="150" dirty="0">
                          <a:effectLst/>
                        </a:rPr>
                        <a:t>GLIMMER</a:t>
                      </a:r>
                      <a:r>
                        <a:rPr lang="en-US" sz="1000" kern="150" dirty="0">
                          <a:effectLst/>
                        </a:rPr>
                        <a:t> (v3.02)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200" kern="150">
                          <a:effectLst/>
                        </a:rPr>
                        <a:t>GeneMarkS-2</a:t>
                      </a:r>
                      <a:r>
                        <a:rPr lang="en-US" sz="1000" kern="150" dirty="0">
                          <a:effectLst/>
                        </a:rPr>
                        <a:t> (v1.15_1.25_lic)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186049205"/>
                  </a:ext>
                </a:extLst>
              </a:tr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dirty="0"/>
                        <a:t>Bea3b88bb9 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endParaRPr lang="en-US" sz="9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1,966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2,209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2,170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1592904943"/>
                  </a:ext>
                </a:extLst>
              </a:tr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dirty="0"/>
                        <a:t>Bfe6f82f31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1,982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2,209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2,174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61097811"/>
                  </a:ext>
                </a:extLst>
              </a:tr>
              <a:tr h="335397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Bea Execution Time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0m4.078s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0m5.133s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0m11s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2922149669"/>
                  </a:ext>
                </a:extLst>
              </a:tr>
              <a:tr h="335397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 err="1">
                          <a:effectLst/>
                        </a:rPr>
                        <a:t>Bfe</a:t>
                      </a:r>
                      <a:r>
                        <a:rPr lang="en-US" sz="1000" kern="150" dirty="0">
                          <a:effectLst/>
                        </a:rPr>
                        <a:t> Execution Time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0m2.494s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0m3.563s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0m12s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824222698"/>
                  </a:ext>
                </a:extLst>
              </a:tr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Output Files Generated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.</a:t>
                      </a:r>
                      <a:r>
                        <a:rPr lang="en-US" sz="1000" kern="150" dirty="0" err="1">
                          <a:effectLst/>
                        </a:rPr>
                        <a:t>gff</a:t>
                      </a:r>
                      <a:r>
                        <a:rPr lang="en-US" sz="1000" kern="150" dirty="0">
                          <a:effectLst/>
                        </a:rPr>
                        <a:t>, .</a:t>
                      </a:r>
                      <a:r>
                        <a:rPr lang="en-US" sz="1000" kern="150" dirty="0" err="1">
                          <a:effectLst/>
                        </a:rPr>
                        <a:t>faa</a:t>
                      </a:r>
                      <a:r>
                        <a:rPr lang="en-US" sz="1000" kern="150" dirty="0">
                          <a:effectLst/>
                        </a:rPr>
                        <a:t>, .log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.predict, .</a:t>
                      </a:r>
                      <a:r>
                        <a:rPr lang="en-US" sz="1000" kern="150" dirty="0" err="1">
                          <a:effectLst/>
                        </a:rPr>
                        <a:t>icm</a:t>
                      </a:r>
                      <a:r>
                        <a:rPr lang="en-US" sz="1000" kern="150" dirty="0">
                          <a:effectLst/>
                        </a:rPr>
                        <a:t>, .log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.</a:t>
                      </a:r>
                      <a:r>
                        <a:rPr lang="en-US" sz="1000" kern="150" dirty="0" err="1">
                          <a:effectLst/>
                        </a:rPr>
                        <a:t>gff</a:t>
                      </a:r>
                      <a:r>
                        <a:rPr lang="en-US" sz="1000" kern="150" dirty="0">
                          <a:effectLst/>
                        </a:rPr>
                        <a:t>, .</a:t>
                      </a:r>
                      <a:r>
                        <a:rPr lang="en-US" sz="1000" kern="150" dirty="0" err="1">
                          <a:effectLst/>
                        </a:rPr>
                        <a:t>faa</a:t>
                      </a:r>
                      <a:r>
                        <a:rPr lang="en-US" sz="1000" kern="150" dirty="0">
                          <a:effectLst/>
                        </a:rPr>
                        <a:t>, .</a:t>
                      </a:r>
                      <a:r>
                        <a:rPr lang="en-US" sz="1000" kern="150" dirty="0" err="1">
                          <a:effectLst/>
                        </a:rPr>
                        <a:t>fnn</a:t>
                      </a:r>
                      <a:endParaRPr lang="en-US" sz="1200" kern="150" dirty="0" err="1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2643523526"/>
                  </a:ext>
                </a:extLst>
              </a:tr>
              <a:tr h="51771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Primary Algorithm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Dynamic Programming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>
                          <a:effectLst/>
                        </a:rPr>
                        <a:t>Interpolated Markov Models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</a:pPr>
                      <a:r>
                        <a:rPr lang="en-US" sz="1000" kern="150" dirty="0">
                          <a:effectLst/>
                        </a:rPr>
                        <a:t>Hidden Markov Models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Noto Sans Devanagari" panose="020B0502040504020204" pitchFamily="34" charset="0"/>
                      </a:endParaRPr>
                    </a:p>
                  </a:txBody>
                  <a:tcPr marL="110923" marR="110923" marT="73948" marB="73948" anchor="ctr"/>
                </a:tc>
                <a:extLst>
                  <a:ext uri="{0D108BD9-81ED-4DB2-BD59-A6C34878D82A}">
                    <a16:rowId xmlns:a16="http://schemas.microsoft.com/office/drawing/2014/main" val="9688227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5F546E-C545-7E39-7035-ECC2FB433799}"/>
              </a:ext>
            </a:extLst>
          </p:cNvPr>
          <p:cNvSpPr txBox="1"/>
          <p:nvPr/>
        </p:nvSpPr>
        <p:spPr>
          <a:xfrm>
            <a:off x="-327313" y="2112121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EDEE0-F6DD-CEF4-840B-4F87EC11FDF8}"/>
              </a:ext>
            </a:extLst>
          </p:cNvPr>
          <p:cNvSpPr txBox="1"/>
          <p:nvPr/>
        </p:nvSpPr>
        <p:spPr>
          <a:xfrm>
            <a:off x="431965" y="1274021"/>
            <a:ext cx="100628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b="1" dirty="0"/>
              <a:t>GLIMMER (IMM):</a:t>
            </a:r>
            <a:r>
              <a:rPr lang="en-US" sz="1600" dirty="0"/>
              <a:t> High sensitivity; may overpredict short or overlapping ORFs.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6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600" b="1" dirty="0"/>
              <a:t>GeneMarkS-2 (HMM):</a:t>
            </a:r>
            <a:r>
              <a:rPr lang="en-US" sz="1600" dirty="0"/>
              <a:t> Self-training (–ES mode); adapts to genome GC content.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6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600" b="1" dirty="0"/>
              <a:t>Prodigal (Dynamic Programming):</a:t>
            </a:r>
            <a:r>
              <a:rPr lang="en-US" sz="1600" dirty="0"/>
              <a:t> Conservative gene boundaries; directly outputs translated proteins (.faa).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80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D825-88D6-F5EC-1785-24CB69618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932" y="461316"/>
            <a:ext cx="6220278" cy="525679"/>
          </a:xfrm>
        </p:spPr>
        <p:txBody>
          <a:bodyPr/>
          <a:lstStyle/>
          <a:p>
            <a:r>
              <a:rPr lang="en-US" sz="3200" b="1" dirty="0"/>
              <a:t>Runtime Comparison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B09E2-5F2C-40BE-DC4A-DBC0DFE238CA}"/>
              </a:ext>
            </a:extLst>
          </p:cNvPr>
          <p:cNvSpPr txBox="1"/>
          <p:nvPr/>
        </p:nvSpPr>
        <p:spPr>
          <a:xfrm>
            <a:off x="1183309" y="988804"/>
            <a:ext cx="69764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Prodigal demonstrated consistently fast runtime than Glimmer across all 34 genomes.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445D9-C71A-72E4-E84D-1EA1362B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50" t="341" r="-203" b="-1449"/>
          <a:stretch>
            <a:fillRect/>
          </a:stretch>
        </p:blipFill>
        <p:spPr>
          <a:xfrm>
            <a:off x="160351" y="5788744"/>
            <a:ext cx="4239355" cy="733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03BDE2-F7AE-BAC0-92E9-52DEDA1C5D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34" b="-24544"/>
          <a:stretch>
            <a:fillRect/>
          </a:stretch>
        </p:blipFill>
        <p:spPr>
          <a:xfrm>
            <a:off x="4535290" y="5934317"/>
            <a:ext cx="4478458" cy="5568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73EFCE9-C090-7395-C515-E45DB7A7C1BA}"/>
              </a:ext>
            </a:extLst>
          </p:cNvPr>
          <p:cNvSpPr/>
          <p:nvPr/>
        </p:nvSpPr>
        <p:spPr>
          <a:xfrm>
            <a:off x="1115196" y="6127991"/>
            <a:ext cx="2141348" cy="36430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42851A-485B-FE9A-8845-67185723AC67}"/>
              </a:ext>
            </a:extLst>
          </p:cNvPr>
          <p:cNvSpPr/>
          <p:nvPr/>
        </p:nvSpPr>
        <p:spPr>
          <a:xfrm>
            <a:off x="6769511" y="6056653"/>
            <a:ext cx="2251379" cy="3067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52E1AE-49CC-2BE7-E8D6-3A90C59A39B3}"/>
              </a:ext>
            </a:extLst>
          </p:cNvPr>
          <p:cNvGraphicFramePr>
            <a:graphicFrameLocks noGrp="1"/>
          </p:cNvGraphicFramePr>
          <p:nvPr/>
        </p:nvGraphicFramePr>
        <p:xfrm>
          <a:off x="1189972" y="1743205"/>
          <a:ext cx="6972372" cy="138260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43093">
                  <a:extLst>
                    <a:ext uri="{9D8B030D-6E8A-4147-A177-3AD203B41FA5}">
                      <a16:colId xmlns:a16="http://schemas.microsoft.com/office/drawing/2014/main" val="278490373"/>
                    </a:ext>
                  </a:extLst>
                </a:gridCol>
                <a:gridCol w="1743093">
                  <a:extLst>
                    <a:ext uri="{9D8B030D-6E8A-4147-A177-3AD203B41FA5}">
                      <a16:colId xmlns:a16="http://schemas.microsoft.com/office/drawing/2014/main" val="1720831754"/>
                    </a:ext>
                  </a:extLst>
                </a:gridCol>
                <a:gridCol w="1743093">
                  <a:extLst>
                    <a:ext uri="{9D8B030D-6E8A-4147-A177-3AD203B41FA5}">
                      <a16:colId xmlns:a16="http://schemas.microsoft.com/office/drawing/2014/main" val="897212716"/>
                    </a:ext>
                  </a:extLst>
                </a:gridCol>
                <a:gridCol w="1743093">
                  <a:extLst>
                    <a:ext uri="{9D8B030D-6E8A-4147-A177-3AD203B41FA5}">
                      <a16:colId xmlns:a16="http://schemas.microsoft.com/office/drawing/2014/main" val="310089802"/>
                    </a:ext>
                  </a:extLst>
                </a:gridCol>
              </a:tblGrid>
              <a:tr h="376762">
                <a:tc>
                  <a:txBody>
                    <a:bodyPr/>
                    <a:lstStyle/>
                    <a:p>
                      <a:r>
                        <a:rPr lang="en-US" sz="1600" b="1" dirty="0"/>
                        <a:t>Genome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Prodigal (s)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Glimmer (s)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kern="150">
                          <a:effectLst/>
                        </a:rPr>
                        <a:t>GeneMarkS-2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685959"/>
                  </a:ext>
                </a:extLst>
              </a:tr>
              <a:tr h="309138">
                <a:tc>
                  <a:txBody>
                    <a:bodyPr/>
                    <a:lstStyle/>
                    <a:p>
                      <a:r>
                        <a:rPr lang="en-US" sz="1600" dirty="0"/>
                        <a:t>Bea3b88bb9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4.08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kern="150" dirty="0">
                          <a:effectLst/>
                        </a:rPr>
                        <a:t>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8150"/>
                  </a:ext>
                </a:extLst>
              </a:tr>
              <a:tr h="309138">
                <a:tc>
                  <a:txBody>
                    <a:bodyPr/>
                    <a:lstStyle/>
                    <a:p>
                      <a:r>
                        <a:rPr lang="en-US" sz="1600" dirty="0"/>
                        <a:t>Bfe6f82f31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2.49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50" dirty="0">
                          <a:effectLst/>
                        </a:rPr>
                        <a:t>12</a:t>
                      </a:r>
                      <a:endParaRPr lang="en-US" sz="1600" kern="150">
                        <a:effectLst/>
                        <a:latin typeface="Liberation Serif"/>
                        <a:ea typeface="Noto Serif CJK SC"/>
                        <a:cs typeface="Noto Sans Devanaga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56257"/>
                  </a:ext>
                </a:extLst>
              </a:tr>
              <a:tr h="309138">
                <a:tc>
                  <a:txBody>
                    <a:bodyPr/>
                    <a:lstStyle/>
                    <a:p>
                      <a:r>
                        <a:rPr lang="en-US" sz="1600" b="1" dirty="0"/>
                        <a:t>Average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3.29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4.35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32612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FFE813C-1CC6-3539-2B3E-2CE757FB32FF}"/>
              </a:ext>
            </a:extLst>
          </p:cNvPr>
          <p:cNvSpPr/>
          <p:nvPr/>
        </p:nvSpPr>
        <p:spPr>
          <a:xfrm>
            <a:off x="1203721" y="4022982"/>
            <a:ext cx="6980025" cy="1203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marL="285750" indent="-285750" algn="ctr"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Prodigal and GLIMMER were successfully scaled to all 34 </a:t>
            </a:r>
            <a:r>
              <a:rPr lang="en-US" sz="1400">
                <a:solidFill>
                  <a:schemeClr val="bg1"/>
                </a:solidFill>
              </a:rPr>
              <a:t>genomes natively</a:t>
            </a:r>
            <a:r>
              <a:rPr lang="en-US" sz="1400" dirty="0">
                <a:solidFill>
                  <a:schemeClr val="bg1"/>
                </a:solidFill>
              </a:rPr>
              <a:t> on Ubuntu, completing the batch in under 5 minutes.</a:t>
            </a:r>
          </a:p>
          <a:p>
            <a:pPr marL="285750" indent="-285750" algn="ctr">
              <a:buFont typeface="Arial"/>
              <a:buChar char="•"/>
            </a:pPr>
            <a:r>
              <a:rPr lang="en-US" sz="1400">
                <a:solidFill>
                  <a:schemeClr val="bg1"/>
                </a:solidFill>
              </a:rPr>
              <a:t>GeneMarkS-2: 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reliance on Docker and Rosetta added unnecessary infrastructure overhead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78ACE-DB3A-FFBE-4ED3-1736D08D4519}"/>
              </a:ext>
            </a:extLst>
          </p:cNvPr>
          <p:cNvSpPr txBox="1"/>
          <p:nvPr/>
        </p:nvSpPr>
        <p:spPr>
          <a:xfrm>
            <a:off x="1200411" y="3429000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+mn-lt"/>
                <a:cs typeface="+mn-lt"/>
              </a:rPr>
              <a:t>Scalability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203980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3DE1-4A33-D46F-8ED5-332E0D35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229" y="230105"/>
            <a:ext cx="9779183" cy="848144"/>
          </a:xfrm>
        </p:spPr>
        <p:txBody>
          <a:bodyPr/>
          <a:lstStyle/>
          <a:p>
            <a:r>
              <a:rPr lang="en-US" sz="3200" dirty="0"/>
              <a:t>CDS </a:t>
            </a:r>
            <a:r>
              <a:rPr lang="en-US" sz="3200"/>
              <a:t>Count</a:t>
            </a: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5EFA4D-B4AA-2798-569A-77BF9E9AC1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3368" y="1079179"/>
          <a:ext cx="7689480" cy="1737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22370">
                  <a:extLst>
                    <a:ext uri="{9D8B030D-6E8A-4147-A177-3AD203B41FA5}">
                      <a16:colId xmlns:a16="http://schemas.microsoft.com/office/drawing/2014/main" val="3962420007"/>
                    </a:ext>
                  </a:extLst>
                </a:gridCol>
                <a:gridCol w="1922370">
                  <a:extLst>
                    <a:ext uri="{9D8B030D-6E8A-4147-A177-3AD203B41FA5}">
                      <a16:colId xmlns:a16="http://schemas.microsoft.com/office/drawing/2014/main" val="3126257666"/>
                    </a:ext>
                  </a:extLst>
                </a:gridCol>
                <a:gridCol w="1922370">
                  <a:extLst>
                    <a:ext uri="{9D8B030D-6E8A-4147-A177-3AD203B41FA5}">
                      <a16:colId xmlns:a16="http://schemas.microsoft.com/office/drawing/2014/main" val="2376118219"/>
                    </a:ext>
                  </a:extLst>
                </a:gridCol>
                <a:gridCol w="1922370">
                  <a:extLst>
                    <a:ext uri="{9D8B030D-6E8A-4147-A177-3AD203B41FA5}">
                      <a16:colId xmlns:a16="http://schemas.microsoft.com/office/drawing/2014/main" val="555330195"/>
                    </a:ext>
                  </a:extLst>
                </a:gridCol>
              </a:tblGrid>
              <a:tr h="267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enorite"/>
                        </a:rPr>
                        <a:t>Tool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Tenorite"/>
                        </a:rPr>
                        <a:t>Genomes Analyzed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Avg. Total CDS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Avg Length (bp)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115591"/>
                  </a:ext>
                </a:extLst>
              </a:tr>
              <a:tr h="267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Prodigal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~1757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~874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783327"/>
                  </a:ext>
                </a:extLst>
              </a:tr>
              <a:tr h="267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GLIMMER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~2019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~897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323401"/>
                  </a:ext>
                </a:extLst>
              </a:tr>
              <a:tr h="267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GeneMarkS-2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 (</a:t>
                      </a:r>
                      <a:r>
                        <a:rPr lang="en-US"/>
                        <a:t>Benchmark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~2172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~810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29527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A1F0732-D684-E894-A3D1-3518BF8B0958}"/>
              </a:ext>
            </a:extLst>
          </p:cNvPr>
          <p:cNvSpPr/>
          <p:nvPr/>
        </p:nvSpPr>
        <p:spPr>
          <a:xfrm>
            <a:off x="1287231" y="3007349"/>
            <a:ext cx="9610490" cy="2101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BB8AD-DE7D-DFEF-38BB-6E042CE5F5E2}"/>
              </a:ext>
            </a:extLst>
          </p:cNvPr>
          <p:cNvSpPr txBox="1"/>
          <p:nvPr/>
        </p:nvSpPr>
        <p:spPr>
          <a:xfrm>
            <a:off x="1365493" y="3108947"/>
            <a:ext cx="9541302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GLIMMER Over-prediction: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Across all 34 genomes, GLIMMER predicted ~15% more genes than Prodigal. This suggests the Interpolated Markov Model (IMM) is highly sensitive but prone to over-predicting short ORFs in fragmented assemblies.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Prodigal Conservatism: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Prodigal maintained a more realistic bacterial coding density. Its dynamic programming approach is better suited for the 197+ contigs in our dataset, where genes are frequently truncated at contig edges.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592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7B1B2A-0710-8EF1-98F9-BD4A2327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Annotation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F6EACE-8C98-D3B5-E4FE-470BD8CD7EFA}"/>
              </a:ext>
            </a:extLst>
          </p:cNvPr>
          <p:cNvSpPr/>
          <p:nvPr/>
        </p:nvSpPr>
        <p:spPr>
          <a:xfrm>
            <a:off x="1545719" y="2666135"/>
            <a:ext cx="3847996" cy="3606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Prodigal predicted proteins (.faa)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E176E6-B03B-CA89-EFEF-2E813042E6EF}"/>
              </a:ext>
            </a:extLst>
          </p:cNvPr>
          <p:cNvSpPr/>
          <p:nvPr/>
        </p:nvSpPr>
        <p:spPr>
          <a:xfrm>
            <a:off x="302743" y="2383715"/>
            <a:ext cx="1192648" cy="8001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Input: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31ED9F-75D5-A83B-B4A2-610E046F925F}"/>
              </a:ext>
            </a:extLst>
          </p:cNvPr>
          <p:cNvSpPr/>
          <p:nvPr/>
        </p:nvSpPr>
        <p:spPr>
          <a:xfrm>
            <a:off x="124913" y="4355327"/>
            <a:ext cx="1839348" cy="8001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Tools used: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6147BA-0F49-F0CE-2F5B-9255BA8960D0}"/>
              </a:ext>
            </a:extLst>
          </p:cNvPr>
          <p:cNvCxnSpPr>
            <a:stCxn id="11" idx="6"/>
          </p:cNvCxnSpPr>
          <p:nvPr/>
        </p:nvCxnSpPr>
        <p:spPr>
          <a:xfrm flipV="1">
            <a:off x="1964261" y="4559947"/>
            <a:ext cx="810491" cy="19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2975D62-08D4-344C-7583-7F1236CFABCD}"/>
              </a:ext>
            </a:extLst>
          </p:cNvPr>
          <p:cNvSpPr/>
          <p:nvPr/>
        </p:nvSpPr>
        <p:spPr>
          <a:xfrm>
            <a:off x="2788106" y="4308436"/>
            <a:ext cx="8763427" cy="4469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InterProScan (domain-based) </a:t>
            </a:r>
            <a:r>
              <a:rPr lang="en-US">
                <a:sym typeface="Wingdings" pitchFamily="2" charset="2"/>
              </a:rPr>
              <a:t> </a:t>
            </a:r>
            <a:r>
              <a:rPr lang="en-US" i="1"/>
              <a:t>What biological process is this protein involved in?”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3996C9-E50A-69D2-45B3-4093C2B9215E}"/>
              </a:ext>
            </a:extLst>
          </p:cNvPr>
          <p:cNvCxnSpPr>
            <a:cxnSpLocks/>
          </p:cNvCxnSpPr>
          <p:nvPr/>
        </p:nvCxnSpPr>
        <p:spPr>
          <a:xfrm>
            <a:off x="1950905" y="4766802"/>
            <a:ext cx="751110" cy="388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5703D6F-BCB6-99F5-4505-DE714A9E3621}"/>
              </a:ext>
            </a:extLst>
          </p:cNvPr>
          <p:cNvSpPr/>
          <p:nvPr/>
        </p:nvSpPr>
        <p:spPr>
          <a:xfrm>
            <a:off x="2708692" y="5005275"/>
            <a:ext cx="8842841" cy="3606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eggNOG-mapper (</a:t>
            </a:r>
            <a:r>
              <a:rPr lang="en-US" err="1"/>
              <a:t>orthology</a:t>
            </a:r>
            <a:r>
              <a:rPr lang="en-US"/>
              <a:t>-based) </a:t>
            </a:r>
            <a:r>
              <a:rPr lang="en-US">
                <a:sym typeface="Wingdings" pitchFamily="2" charset="2"/>
              </a:rPr>
              <a:t> </a:t>
            </a:r>
            <a:r>
              <a:rPr lang="en-US" i="1"/>
              <a:t>Which structural domains enable this function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935E6E-40E3-4401-9493-8E4BCDA50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043" y="2395816"/>
            <a:ext cx="4321215" cy="1122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08692" y="5500000"/>
            <a:ext cx="8842841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66666"/>
                </a:solidFill>
              </a:rPr>
              <a:t>eggNOG-mapper scaled to all 32 genomes in production run</a:t>
            </a:r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58" y="847232"/>
            <a:ext cx="9692640" cy="948904"/>
          </a:xfrm>
        </p:spPr>
        <p:txBody>
          <a:bodyPr/>
          <a:lstStyle/>
          <a:p>
            <a:r>
              <a:rPr lang="en-US" b="1"/>
              <a:t>InterPro Results Summary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210D00-0C80-2967-BA6B-38F28A9EF0E3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57658" y="2404165"/>
            <a:ext cx="3189128" cy="2508372"/>
          </a:xfrm>
        </p:spPr>
      </p:pic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FD8D3D14-313E-8ED7-7BE9-2E3D506F1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32415"/>
              </p:ext>
            </p:extLst>
          </p:nvPr>
        </p:nvGraphicFramePr>
        <p:xfrm>
          <a:off x="4606724" y="2280622"/>
          <a:ext cx="6613502" cy="275545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613502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</a:tblGrid>
              <a:tr h="464434"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latin typeface="+mn-lt"/>
                        </a:rPr>
                        <a:t>InterPro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78786">
                <a:tc>
                  <a:txBody>
                    <a:bodyPr/>
                    <a:lstStyle/>
                    <a:p>
                      <a:r>
                        <a:rPr lang="en-US" b="1"/>
                        <a:t>Total proteins analyzed:</a:t>
                      </a:r>
                      <a:r>
                        <a:rPr lang="en-US"/>
                        <a:t>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78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Total domain/motif hits detected:</a:t>
                      </a:r>
                      <a:r>
                        <a:rPr lang="en-US"/>
                        <a:t> 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54667">
                <a:tc>
                  <a:txBody>
                    <a:bodyPr/>
                    <a:lstStyle/>
                    <a:p>
                      <a:r>
                        <a:rPr lang="en-US" b="1"/>
                        <a:t>Proteins with ≥1 annotation:</a:t>
                      </a:r>
                      <a:r>
                        <a:rPr lang="en-US"/>
                        <a:t> 5 / 5 (</a:t>
                      </a:r>
                      <a:r>
                        <a:rPr lang="en-US" b="1"/>
                        <a:t>100% coverage in subset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78786">
                <a:tc>
                  <a:txBody>
                    <a:bodyPr/>
                    <a:lstStyle/>
                    <a:p>
                      <a:r>
                        <a:rPr lang="en-US" b="1"/>
                        <a:t>Average hits per protein:</a:t>
                      </a:r>
                      <a:r>
                        <a:rPr lang="en-US"/>
                        <a:t> 9.8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6EFE885-BFCC-9897-FA80-13C26FD4D4A3}"/>
              </a:ext>
            </a:extLst>
          </p:cNvPr>
          <p:cNvSpPr txBox="1"/>
          <p:nvPr/>
        </p:nvSpPr>
        <p:spPr>
          <a:xfrm>
            <a:off x="515072" y="5303236"/>
            <a:ext cx="78881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err="1"/>
              <a:t>InterProScan</a:t>
            </a:r>
            <a:r>
              <a:rPr lang="en-US"/>
              <a:t> provides </a:t>
            </a:r>
            <a:r>
              <a:rPr lang="en-US" b="1"/>
              <a:t>sub-gene level structural annotation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Multiple domain predictions per protein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High structural resolution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/>
              <a:t>Subset demonstrates strong domain detection capability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A109-F8E9-05B0-FFD5-694D8EE6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6BEC-D62A-C0D4-C4F5-2398CAA4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304" y="891471"/>
            <a:ext cx="9692640" cy="948904"/>
          </a:xfrm>
        </p:spPr>
        <p:txBody>
          <a:bodyPr/>
          <a:lstStyle/>
          <a:p>
            <a:r>
              <a:rPr lang="en-US"/>
              <a:t>EggNOG Functional Annotation Results </a:t>
            </a:r>
            <a:endParaRPr lang="en-US" b="1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4304" y="2303362"/>
          <a:ext cx="96000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r>
                        <a:rPr sz="14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Avg (n=32)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Prodigal CDS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1,795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eggNOG ortholog assignments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1,692 (96.2%)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1,722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COG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1,585 (93.7%)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1,610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KEGG 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1,299 (76.7%)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1,311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GO terms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818 (48.3%)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830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PFAM domains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1,563 (92.4%)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1,587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r>
                        <a:rPr sz="1400" b="0"/>
                        <a:t>With EC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676 (39.9%)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~650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~700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4304" y="5806962"/>
            <a:ext cx="969264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/>
              <a:t>Consistent annotation rates across all 32 bacterial genomes (s.d. &lt; 1% for all metrics)</a:t>
            </a:r>
          </a:p>
        </p:txBody>
      </p:sp>
    </p:spTree>
    <p:extLst>
      <p:ext uri="{BB962C8B-B14F-4D97-AF65-F5344CB8AC3E}">
        <p14:creationId xmlns:p14="http://schemas.microsoft.com/office/powerpoint/2010/main" val="4294579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COG Functional Category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0000" y="2100000"/>
          <a:ext cx="104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09">
                <a:tc>
                  <a:txBody>
                    <a:bodyPr/>
                    <a:lstStyle/>
                    <a:p>
                      <a:r>
                        <a:rPr sz="13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Count (32 genomes)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% of Annotated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Function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10,213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18.9%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Replication, recombination, repair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4,588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Translation, ribosomal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4,429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8.2%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Cell wall/membrane biogenesis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4,252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7.9%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Energy production and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4,159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Coenzyme transport and metabolism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3,319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6.1%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Amino acid transport and metabolism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3,111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5.7%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Inorganic ion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2,736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5.1%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909">
                <a:tc>
                  <a:txBody>
                    <a:bodyPr/>
                    <a:lstStyle/>
                    <a:p>
                      <a:r>
                        <a:rPr sz="1200" b="1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Transcription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2,434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4.5%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910">
                <a:tc>
                  <a:txBody>
                    <a:bodyPr/>
                    <a:lstStyle/>
                    <a:p>
                      <a:r>
                        <a:rPr sz="1200" b="1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Nucleotide transport and metabolism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1,419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2.6%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0000" y="5400000"/>
            <a:ext cx="10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• ~19% unknown function (COG S) is typical for bacterial genomes</a:t>
            </a:r>
          </a:p>
          <a:p>
            <a:r>
              <a:rPr sz="1100" i="1">
                <a:solidFill>
                  <a:srgbClr val="555555"/>
                </a:solidFill>
              </a:rPr>
              <a:t>• Strong housekeeping categories (J, L, M, C) consistent with N. meningitidis</a:t>
            </a:r>
          </a:p>
          <a:p>
            <a:r>
              <a:rPr sz="1100" i="1">
                <a:solidFill>
                  <a:srgbClr val="555555"/>
                </a:solidFill>
              </a:rPr>
              <a:t>• Metabolic categories (E, H, P) reflect the organism's nutritional requirements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900" y="2706688"/>
            <a:ext cx="5943600" cy="338296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endParaRPr lang="en-US"/>
          </a:p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E3899A-FEBA-F054-538D-6F92C91C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281747"/>
            <a:ext cx="8263913" cy="917256"/>
          </a:xfrm>
        </p:spPr>
        <p:txBody>
          <a:bodyPr/>
          <a:lstStyle/>
          <a:p>
            <a:r>
              <a:rPr lang="en-US" b="1"/>
              <a:t>Functional Annotation Strategy Comparison</a:t>
            </a:r>
            <a:endParaRPr lang="en-US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6F696C94-D68B-EE8A-2DA9-FDE430DCEBBD}"/>
              </a:ext>
            </a:extLst>
          </p:cNvPr>
          <p:cNvGraphicFramePr>
            <a:graphicFrameLocks noGrp="1"/>
          </p:cNvGraphicFramePr>
          <p:nvPr>
            <p:ph idx="17"/>
            <p:extLst>
              <p:ext uri="{D42A27DB-BD31-4B8C-83A1-F6EECF244321}">
                <p14:modId xmlns:p14="http://schemas.microsoft.com/office/powerpoint/2010/main" val="581156258"/>
              </p:ext>
            </p:extLst>
          </p:nvPr>
        </p:nvGraphicFramePr>
        <p:xfrm>
          <a:off x="432282" y="1422186"/>
          <a:ext cx="10794588" cy="3235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598196">
                  <a:extLst>
                    <a:ext uri="{9D8B030D-6E8A-4147-A177-3AD203B41FA5}">
                      <a16:colId xmlns:a16="http://schemas.microsoft.com/office/drawing/2014/main" val="2372880343"/>
                    </a:ext>
                  </a:extLst>
                </a:gridCol>
                <a:gridCol w="3598196">
                  <a:extLst>
                    <a:ext uri="{9D8B030D-6E8A-4147-A177-3AD203B41FA5}">
                      <a16:colId xmlns:a16="http://schemas.microsoft.com/office/drawing/2014/main" val="3586857336"/>
                    </a:ext>
                  </a:extLst>
                </a:gridCol>
                <a:gridCol w="3598196">
                  <a:extLst>
                    <a:ext uri="{9D8B030D-6E8A-4147-A177-3AD203B41FA5}">
                      <a16:colId xmlns:a16="http://schemas.microsoft.com/office/drawing/2014/main" val="4234582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Feature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eggNOG-mapper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err="1"/>
                        <a:t>InterProScan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130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Input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Full proteome (~1,759 avg CDS per genome)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Representative subset (5 proteins)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852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Annotation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Genome-wide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Per-protein structural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51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Coverage (this study)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96.2% proteome annotated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100% within subset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97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Main output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Ortholog groups, COG, KEGG, 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Domains, motifs, structural signatures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508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Biological 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Functional pathway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Domain / structural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712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Primary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Metabolic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Architectural 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54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Role in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Global functional assignment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Structural validation &amp; refinement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583992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A9D0F47-13F3-BEDA-7D70-D9B867E66AFD}"/>
              </a:ext>
            </a:extLst>
          </p:cNvPr>
          <p:cNvSpPr txBox="1"/>
          <p:nvPr/>
        </p:nvSpPr>
        <p:spPr>
          <a:xfrm>
            <a:off x="4600936" y="5088792"/>
            <a:ext cx="6625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/>
              <a:t>The high </a:t>
            </a:r>
            <a:r>
              <a:rPr lang="en-US" b="1"/>
              <a:t>eggNOG</a:t>
            </a:r>
            <a:r>
              <a:rPr lang="en-US"/>
              <a:t> annotation rate and </a:t>
            </a:r>
            <a:r>
              <a:rPr lang="en-US" b="1"/>
              <a:t>InterPro</a:t>
            </a:r>
            <a:r>
              <a:rPr lang="en-US"/>
              <a:t> domain richness confirm that our CDS predictions are biologically consistent and suitable for downstream functional and comparative analyses. </a:t>
            </a:r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6E3949-274A-C408-DF61-9CE41486E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 anchor="b">
            <a:normAutofit/>
          </a:bodyPr>
          <a:lstStyle/>
          <a:p>
            <a:r>
              <a:rPr lang="en-US"/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40760447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bb0ffb-b100-4c1d-b605-7c0b995211f1" xsi:nil="true"/>
    <lcf76f155ced4ddcb4097134ff3c332f xmlns="86605f73-9d57-4607-b865-85859b4092e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7BC4AF977E348BD93848BAE4CC03D" ma:contentTypeVersion="11" ma:contentTypeDescription="Create a new document." ma:contentTypeScope="" ma:versionID="d79f53a92f9e46f5be81ed5f3e8e81ad">
  <xsd:schema xmlns:xsd="http://www.w3.org/2001/XMLSchema" xmlns:xs="http://www.w3.org/2001/XMLSchema" xmlns:p="http://schemas.microsoft.com/office/2006/metadata/properties" xmlns:ns2="86605f73-9d57-4607-b865-85859b4092e4" xmlns:ns3="bfbb0ffb-b100-4c1d-b605-7c0b995211f1" targetNamespace="http://schemas.microsoft.com/office/2006/metadata/properties" ma:root="true" ma:fieldsID="2e54d7c0a65af9824e5c10f28c897e8f" ns2:_="" ns3:_="">
    <xsd:import namespace="86605f73-9d57-4607-b865-85859b4092e4"/>
    <xsd:import namespace="bfbb0ffb-b100-4c1d-b605-7c0b995211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605f73-9d57-4607-b865-85859b4092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b0ffb-b100-4c1d-b605-7c0b995211f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c33d34e-2987-4318-9da4-e8d4f66bc1be}" ma:internalName="TaxCatchAll" ma:showField="CatchAllData" ma:web="bfbb0ffb-b100-4c1d-b605-7c0b995211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E98C35-9ECE-4425-BCBA-00E118C705CE}">
  <ds:schemaRefs>
    <ds:schemaRef ds:uri="230e9df3-be65-4c73-a93b-d1236ebd677e"/>
    <ds:schemaRef ds:uri="71af3243-3dd4-4a8d-8c0d-dd76da1f02a5"/>
    <ds:schemaRef ds:uri="86605f73-9d57-4607-b865-85859b4092e4"/>
    <ds:schemaRef ds:uri="bfbb0ffb-b100-4c1d-b605-7c0b995211f1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C5910A62-1807-4C11-BF7E-53D7472DF7C7}">
  <ds:schemaRefs>
    <ds:schemaRef ds:uri="86605f73-9d57-4607-b865-85859b4092e4"/>
    <ds:schemaRef ds:uri="bfbb0ffb-b100-4c1d-b605-7c0b995211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Application>Microsoft Office PowerPoint</Application>
  <PresentationFormat>Widescreen</PresentationFormat>
  <Slides>20</Slides>
  <Notes>10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Custom</vt:lpstr>
      <vt:lpstr>Team B Group 2​ Final Results​</vt:lpstr>
      <vt:lpstr>Agenda</vt:lpstr>
      <vt:lpstr>Dataset overview</vt:lpstr>
      <vt:lpstr>Pipeline + tools</vt:lpstr>
      <vt:lpstr>PowerPoint Presentation</vt:lpstr>
      <vt:lpstr>Tools: RNAmmer vs Barrnap </vt:lpstr>
      <vt:lpstr>rRNA Detection </vt:lpstr>
      <vt:lpstr>BLASTn : Species Identification (Using 16S rRNA) </vt:lpstr>
      <vt:lpstr>Final Evaluation </vt:lpstr>
      <vt:lpstr>Coding Sequence (CDS) Prediction</vt:lpstr>
      <vt:lpstr>Tool Architecture </vt:lpstr>
      <vt:lpstr>Tool Architecture</vt:lpstr>
      <vt:lpstr>Runtime Comparison</vt:lpstr>
      <vt:lpstr>CDS Count</vt:lpstr>
      <vt:lpstr>Functional Annotation</vt:lpstr>
      <vt:lpstr>InterPro Results Summary</vt:lpstr>
      <vt:lpstr>EggNOG Functional Annotation Results </vt:lpstr>
      <vt:lpstr>COG Functional Category Distribution</vt:lpstr>
      <vt:lpstr>Functional Annotation Strategy Comparison</vt:lpstr>
      <vt:lpstr>Thanks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Salamtabrizi, Zahra</dc:creator>
  <cp:revision>22</cp:revision>
  <dcterms:created xsi:type="dcterms:W3CDTF">2026-02-12T14:53:18Z</dcterms:created>
  <dcterms:modified xsi:type="dcterms:W3CDTF">2026-03-19T10:44:21Z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0x01010076B7BC4AF977E348BD93848BAE4CC03D</vt:lpwstr>
  </property>
  <property fmtid="{D5CDD505-2E9C-101B-9397-08002B2CF9AE}" pid="3" name="MediaServiceImageTags">
    <vt:lpwstr/>
  </property>
</Properties>
</file>